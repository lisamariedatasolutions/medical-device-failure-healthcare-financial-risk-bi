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C2942-8D9F-4569-942A-FD8EAE93DAC0}" v="20" dt="2026-06-13T21:36:39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Nutter" userId="b238ee917f414d02" providerId="LiveId" clId="{9AAAD0C8-5672-4E6D-B54E-E57DBBF5DCC0}"/>
    <pc:docChg chg="undo custSel addSld modSld">
      <pc:chgData name="Lisa Nutter" userId="b238ee917f414d02" providerId="LiveId" clId="{9AAAD0C8-5672-4E6D-B54E-E57DBBF5DCC0}" dt="2026-06-13T21:42:00.598" v="224" actId="1076"/>
      <pc:docMkLst>
        <pc:docMk/>
      </pc:docMkLst>
      <pc:sldChg chg="addSp modSp mod setBg addAnim">
        <pc:chgData name="Lisa Nutter" userId="b238ee917f414d02" providerId="LiveId" clId="{9AAAD0C8-5672-4E6D-B54E-E57DBBF5DCC0}" dt="2026-06-13T21:31:01.524" v="130" actId="2711"/>
        <pc:sldMkLst>
          <pc:docMk/>
          <pc:sldMk cId="2242023615" sldId="256"/>
        </pc:sldMkLst>
        <pc:spChg chg="mod">
          <ac:chgData name="Lisa Nutter" userId="b238ee917f414d02" providerId="LiveId" clId="{9AAAD0C8-5672-4E6D-B54E-E57DBBF5DCC0}" dt="2026-06-13T21:30:57.377" v="129" actId="2711"/>
          <ac:spMkLst>
            <pc:docMk/>
            <pc:sldMk cId="2242023615" sldId="256"/>
            <ac:spMk id="2" creationId="{A8568076-E602-F16A-1D90-364D7F2BE44B}"/>
          </ac:spMkLst>
        </pc:spChg>
        <pc:spChg chg="mod">
          <ac:chgData name="Lisa Nutter" userId="b238ee917f414d02" providerId="LiveId" clId="{9AAAD0C8-5672-4E6D-B54E-E57DBBF5DCC0}" dt="2026-06-13T21:31:01.524" v="130" actId="2711"/>
          <ac:spMkLst>
            <pc:docMk/>
            <pc:sldMk cId="2242023615" sldId="256"/>
            <ac:spMk id="3" creationId="{716E9A5B-E29D-E01B-C80C-A9435C014BAE}"/>
          </ac:spMkLst>
        </pc:spChg>
        <pc:spChg chg="add">
          <ac:chgData name="Lisa Nutter" userId="b238ee917f414d02" providerId="LiveId" clId="{9AAAD0C8-5672-4E6D-B54E-E57DBBF5DCC0}" dt="2026-06-13T21:30:52.275" v="126" actId="26606"/>
          <ac:spMkLst>
            <pc:docMk/>
            <pc:sldMk cId="2242023615" sldId="256"/>
            <ac:spMk id="8" creationId="{6F5A5072-7B47-4D32-B52A-4EBBF590B8A5}"/>
          </ac:spMkLst>
        </pc:spChg>
        <pc:spChg chg="add">
          <ac:chgData name="Lisa Nutter" userId="b238ee917f414d02" providerId="LiveId" clId="{9AAAD0C8-5672-4E6D-B54E-E57DBBF5DCC0}" dt="2026-06-13T21:30:52.275" v="126" actId="26606"/>
          <ac:spMkLst>
            <pc:docMk/>
            <pc:sldMk cId="2242023615" sldId="256"/>
            <ac:spMk id="10" creationId="{9715DAF0-AE1B-46C9-8A6B-DB2AA05AB91D}"/>
          </ac:spMkLst>
        </pc:spChg>
        <pc:spChg chg="add">
          <ac:chgData name="Lisa Nutter" userId="b238ee917f414d02" providerId="LiveId" clId="{9AAAD0C8-5672-4E6D-B54E-E57DBBF5DCC0}" dt="2026-06-13T21:30:52.275" v="126" actId="26606"/>
          <ac:spMkLst>
            <pc:docMk/>
            <pc:sldMk cId="2242023615" sldId="256"/>
            <ac:spMk id="12" creationId="{6016219D-510E-4184-9090-6D5578A87BD1}"/>
          </ac:spMkLst>
        </pc:spChg>
        <pc:spChg chg="add">
          <ac:chgData name="Lisa Nutter" userId="b238ee917f414d02" providerId="LiveId" clId="{9AAAD0C8-5672-4E6D-B54E-E57DBBF5DCC0}" dt="2026-06-13T21:30:52.275" v="126" actId="26606"/>
          <ac:spMkLst>
            <pc:docMk/>
            <pc:sldMk cId="2242023615" sldId="256"/>
            <ac:spMk id="14" creationId="{AFF4A713-7B75-4B21-90D7-5AB19547C728}"/>
          </ac:spMkLst>
        </pc:spChg>
        <pc:spChg chg="add">
          <ac:chgData name="Lisa Nutter" userId="b238ee917f414d02" providerId="LiveId" clId="{9AAAD0C8-5672-4E6D-B54E-E57DBBF5DCC0}" dt="2026-06-13T21:30:52.275" v="126" actId="26606"/>
          <ac:spMkLst>
            <pc:docMk/>
            <pc:sldMk cId="2242023615" sldId="256"/>
            <ac:spMk id="16" creationId="{DC631C0B-6DA6-4E57-8231-CE32B3434A7E}"/>
          </ac:spMkLst>
        </pc:spChg>
        <pc:spChg chg="add">
          <ac:chgData name="Lisa Nutter" userId="b238ee917f414d02" providerId="LiveId" clId="{9AAAD0C8-5672-4E6D-B54E-E57DBBF5DCC0}" dt="2026-06-13T21:30:52.275" v="126" actId="26606"/>
          <ac:spMkLst>
            <pc:docMk/>
            <pc:sldMk cId="2242023615" sldId="256"/>
            <ac:spMk id="18" creationId="{C29501E6-A978-4A61-9689-9085AF97A53A}"/>
          </ac:spMkLst>
        </pc:spChg>
      </pc:sldChg>
      <pc:sldChg chg="addSp modSp new mod setBg">
        <pc:chgData name="Lisa Nutter" userId="b238ee917f414d02" providerId="LiveId" clId="{9AAAD0C8-5672-4E6D-B54E-E57DBBF5DCC0}" dt="2026-06-13T21:30:42.678" v="125" actId="2711"/>
        <pc:sldMkLst>
          <pc:docMk/>
          <pc:sldMk cId="2675555243" sldId="257"/>
        </pc:sldMkLst>
        <pc:spChg chg="mod">
          <ac:chgData name="Lisa Nutter" userId="b238ee917f414d02" providerId="LiveId" clId="{9AAAD0C8-5672-4E6D-B54E-E57DBBF5DCC0}" dt="2026-06-13T21:30:42.678" v="125" actId="2711"/>
          <ac:spMkLst>
            <pc:docMk/>
            <pc:sldMk cId="2675555243" sldId="257"/>
            <ac:spMk id="2" creationId="{0924B076-8DF5-8F59-47A3-AF8D48277ED9}"/>
          </ac:spMkLst>
        </pc:spChg>
        <pc:spChg chg="mo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3" creationId="{502924AA-83FF-D8AC-766E-0DC30E3F2FEC}"/>
          </ac:spMkLst>
        </pc:spChg>
        <pc:spChg chg="ad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8" creationId="{09588DA8-065E-4F6F-8EFD-43104AB2E0CF}"/>
          </ac:spMkLst>
        </pc:spChg>
        <pc:spChg chg="ad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10" creationId="{C4285719-470E-454C-AF62-8323075F1F5B}"/>
          </ac:spMkLst>
        </pc:spChg>
        <pc:spChg chg="ad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12" creationId="{CD9FE4EF-C4D8-49A0-B2FF-81D8DB7D8A24}"/>
          </ac:spMkLst>
        </pc:spChg>
        <pc:spChg chg="ad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14" creationId="{4300840D-0A0B-4512-BACA-B439D5B9C57C}"/>
          </ac:spMkLst>
        </pc:spChg>
        <pc:spChg chg="ad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16" creationId="{D2B78728-A580-49A7-84F9-6EF6F583ADE0}"/>
          </ac:spMkLst>
        </pc:spChg>
        <pc:spChg chg="ad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18" creationId="{38FAA1A1-D861-433F-88FA-1E9D6FD31D11}"/>
          </ac:spMkLst>
        </pc:spChg>
        <pc:spChg chg="add">
          <ac:chgData name="Lisa Nutter" userId="b238ee917f414d02" providerId="LiveId" clId="{9AAAD0C8-5672-4E6D-B54E-E57DBBF5DCC0}" dt="2026-06-13T21:30:34.205" v="124" actId="26606"/>
          <ac:spMkLst>
            <pc:docMk/>
            <pc:sldMk cId="2675555243" sldId="257"/>
            <ac:spMk id="20" creationId="{8D71EDA1-87BF-4D5D-AB79-F346FD19278A}"/>
          </ac:spMkLst>
        </pc:spChg>
      </pc:sldChg>
      <pc:sldChg chg="addSp delSp modSp new mod setBg">
        <pc:chgData name="Lisa Nutter" userId="b238ee917f414d02" providerId="LiveId" clId="{9AAAD0C8-5672-4E6D-B54E-E57DBBF5DCC0}" dt="2026-06-13T21:31:25.345" v="133" actId="2711"/>
        <pc:sldMkLst>
          <pc:docMk/>
          <pc:sldMk cId="3728018769" sldId="258"/>
        </pc:sldMkLst>
        <pc:spChg chg="mod">
          <ac:chgData name="Lisa Nutter" userId="b238ee917f414d02" providerId="LiveId" clId="{9AAAD0C8-5672-4E6D-B54E-E57DBBF5DCC0}" dt="2026-06-13T21:31:19.437" v="132" actId="2711"/>
          <ac:spMkLst>
            <pc:docMk/>
            <pc:sldMk cId="3728018769" sldId="258"/>
            <ac:spMk id="2" creationId="{A5AFB0CA-569D-EA60-9FF4-AB19335973A8}"/>
          </ac:spMkLst>
        </pc:spChg>
        <pc:spChg chg="del">
          <ac:chgData name="Lisa Nutter" userId="b238ee917f414d02" providerId="LiveId" clId="{9AAAD0C8-5672-4E6D-B54E-E57DBBF5DCC0}" dt="2026-06-13T21:18:35.637" v="39" actId="3680"/>
          <ac:spMkLst>
            <pc:docMk/>
            <pc:sldMk cId="3728018769" sldId="258"/>
            <ac:spMk id="3" creationId="{FEB4DFA3-8060-1330-A255-59415DFAA455}"/>
          </ac:spMkLst>
        </pc:spChg>
        <pc:spChg chg="add">
          <ac:chgData name="Lisa Nutter" userId="b238ee917f414d02" providerId="LiveId" clId="{9AAAD0C8-5672-4E6D-B54E-E57DBBF5DCC0}" dt="2026-06-13T21:31:12.481" v="131" actId="26606"/>
          <ac:spMkLst>
            <pc:docMk/>
            <pc:sldMk cId="3728018769" sldId="258"/>
            <ac:spMk id="9" creationId="{BACC6370-2D7E-4714-9D71-7542949D7D5D}"/>
          </ac:spMkLst>
        </pc:spChg>
        <pc:spChg chg="add">
          <ac:chgData name="Lisa Nutter" userId="b238ee917f414d02" providerId="LiveId" clId="{9AAAD0C8-5672-4E6D-B54E-E57DBBF5DCC0}" dt="2026-06-13T21:31:12.481" v="131" actId="26606"/>
          <ac:spMkLst>
            <pc:docMk/>
            <pc:sldMk cId="3728018769" sldId="258"/>
            <ac:spMk id="11" creationId="{F68B3F68-107C-434F-AA38-110D5EA91B85}"/>
          </ac:spMkLst>
        </pc:spChg>
        <pc:spChg chg="add">
          <ac:chgData name="Lisa Nutter" userId="b238ee917f414d02" providerId="LiveId" clId="{9AAAD0C8-5672-4E6D-B54E-E57DBBF5DCC0}" dt="2026-06-13T21:31:12.481" v="131" actId="26606"/>
          <ac:spMkLst>
            <pc:docMk/>
            <pc:sldMk cId="3728018769" sldId="258"/>
            <ac:spMk id="13" creationId="{AAD0DBB9-1A4B-4391-81D4-CB19F9AB918A}"/>
          </ac:spMkLst>
        </pc:spChg>
        <pc:spChg chg="add">
          <ac:chgData name="Lisa Nutter" userId="b238ee917f414d02" providerId="LiveId" clId="{9AAAD0C8-5672-4E6D-B54E-E57DBBF5DCC0}" dt="2026-06-13T21:31:12.481" v="131" actId="26606"/>
          <ac:spMkLst>
            <pc:docMk/>
            <pc:sldMk cId="3728018769" sldId="258"/>
            <ac:spMk id="15" creationId="{063BBA22-50EA-4C4D-BE05-F1CE4E63AA56}"/>
          </ac:spMkLst>
        </pc:spChg>
        <pc:graphicFrameChg chg="add mod ord modGraphic">
          <ac:chgData name="Lisa Nutter" userId="b238ee917f414d02" providerId="LiveId" clId="{9AAAD0C8-5672-4E6D-B54E-E57DBBF5DCC0}" dt="2026-06-13T21:31:25.345" v="133" actId="2711"/>
          <ac:graphicFrameMkLst>
            <pc:docMk/>
            <pc:sldMk cId="3728018769" sldId="258"/>
            <ac:graphicFrameMk id="4" creationId="{802027AA-CE35-732E-A10A-9305D3ED1518}"/>
          </ac:graphicFrameMkLst>
        </pc:graphicFrameChg>
      </pc:sldChg>
      <pc:sldChg chg="addSp delSp modSp new mod setBg">
        <pc:chgData name="Lisa Nutter" userId="b238ee917f414d02" providerId="LiveId" clId="{9AAAD0C8-5672-4E6D-B54E-E57DBBF5DCC0}" dt="2026-06-13T21:30:09.375" v="120" actId="2711"/>
        <pc:sldMkLst>
          <pc:docMk/>
          <pc:sldMk cId="2196122208" sldId="259"/>
        </pc:sldMkLst>
        <pc:spChg chg="mod">
          <ac:chgData name="Lisa Nutter" userId="b238ee917f414d02" providerId="LiveId" clId="{9AAAD0C8-5672-4E6D-B54E-E57DBBF5DCC0}" dt="2026-06-13T21:24:39.104" v="85" actId="1076"/>
          <ac:spMkLst>
            <pc:docMk/>
            <pc:sldMk cId="2196122208" sldId="259"/>
            <ac:spMk id="2" creationId="{58143269-D626-1E17-8CC4-77B400668EED}"/>
          </ac:spMkLst>
        </pc:spChg>
        <pc:spChg chg="del">
          <ac:chgData name="Lisa Nutter" userId="b238ee917f414d02" providerId="LiveId" clId="{9AAAD0C8-5672-4E6D-B54E-E57DBBF5DCC0}" dt="2026-06-13T21:20:51.332" v="43" actId="1032"/>
          <ac:spMkLst>
            <pc:docMk/>
            <pc:sldMk cId="2196122208" sldId="259"/>
            <ac:spMk id="3" creationId="{D31B524C-3F09-27A1-AFF1-C5EC05E8085E}"/>
          </ac:spMkLst>
        </pc:spChg>
        <pc:grpChg chg="add del">
          <ac:chgData name="Lisa Nutter" userId="b238ee917f414d02" providerId="LiveId" clId="{9AAAD0C8-5672-4E6D-B54E-E57DBBF5DCC0}" dt="2026-06-13T21:22:06.934" v="55" actId="26606"/>
          <ac:grpSpMkLst>
            <pc:docMk/>
            <pc:sldMk cId="2196122208" sldId="259"/>
            <ac:grpSpMk id="11" creationId="{6258F736-B256-8039-9DC6-F4E49A5C5AD5}"/>
          </ac:grpSpMkLst>
        </pc:grpChg>
        <pc:grpChg chg="add">
          <ac:chgData name="Lisa Nutter" userId="b238ee917f414d02" providerId="LiveId" clId="{9AAAD0C8-5672-4E6D-B54E-E57DBBF5DCC0}" dt="2026-06-13T21:22:06.978" v="56" actId="26606"/>
          <ac:grpSpMkLst>
            <pc:docMk/>
            <pc:sldMk cId="2196122208" sldId="259"/>
            <ac:grpSpMk id="15" creationId="{6258F736-B256-8039-9DC6-F4E49A5C5AD5}"/>
          </ac:grpSpMkLst>
        </pc:grpChg>
        <pc:graphicFrameChg chg="add mod ord modGraphic">
          <ac:chgData name="Lisa Nutter" userId="b238ee917f414d02" providerId="LiveId" clId="{9AAAD0C8-5672-4E6D-B54E-E57DBBF5DCC0}" dt="2026-06-13T21:30:09.375" v="120" actId="2711"/>
          <ac:graphicFrameMkLst>
            <pc:docMk/>
            <pc:sldMk cId="2196122208" sldId="259"/>
            <ac:graphicFrameMk id="4" creationId="{AD505C88-EA75-EE26-74CE-EFDDA66E09C0}"/>
          </ac:graphicFrameMkLst>
        </pc:graphicFrameChg>
        <pc:picChg chg="add mod">
          <ac:chgData name="Lisa Nutter" userId="b238ee917f414d02" providerId="LiveId" clId="{9AAAD0C8-5672-4E6D-B54E-E57DBBF5DCC0}" dt="2026-06-13T21:23:00.726" v="70" actId="14100"/>
          <ac:picMkLst>
            <pc:docMk/>
            <pc:sldMk cId="2196122208" sldId="259"/>
            <ac:picMk id="6" creationId="{88DE0494-88EE-B6F1-2158-F1E05873B4F9}"/>
          </ac:picMkLst>
        </pc:picChg>
      </pc:sldChg>
      <pc:sldChg chg="addSp delSp modSp new mod setBg">
        <pc:chgData name="Lisa Nutter" userId="b238ee917f414d02" providerId="LiveId" clId="{9AAAD0C8-5672-4E6D-B54E-E57DBBF5DCC0}" dt="2026-06-13T21:38:49.517" v="189" actId="14100"/>
        <pc:sldMkLst>
          <pc:docMk/>
          <pc:sldMk cId="1789239305" sldId="260"/>
        </pc:sldMkLst>
        <pc:spChg chg="mod">
          <ac:chgData name="Lisa Nutter" userId="b238ee917f414d02" providerId="LiveId" clId="{9AAAD0C8-5672-4E6D-B54E-E57DBBF5DCC0}" dt="2026-06-13T21:38:49.517" v="189" actId="14100"/>
          <ac:spMkLst>
            <pc:docMk/>
            <pc:sldMk cId="1789239305" sldId="260"/>
            <ac:spMk id="2" creationId="{1CFBD077-17C1-E413-2748-2DD3571EC8AF}"/>
          </ac:spMkLst>
        </pc:spChg>
        <pc:spChg chg="mod">
          <ac:chgData name="Lisa Nutter" userId="b238ee917f414d02" providerId="LiveId" clId="{9AAAD0C8-5672-4E6D-B54E-E57DBBF5DCC0}" dt="2026-06-13T21:38:14.130" v="185" actId="1076"/>
          <ac:spMkLst>
            <pc:docMk/>
            <pc:sldMk cId="1789239305" sldId="260"/>
            <ac:spMk id="3" creationId="{C874E15F-F8A2-4F8F-571E-FCF7944E9E6E}"/>
          </ac:spMkLst>
        </pc:spChg>
        <pc:spChg chg="add del">
          <ac:chgData name="Lisa Nutter" userId="b238ee917f414d02" providerId="LiveId" clId="{9AAAD0C8-5672-4E6D-B54E-E57DBBF5DCC0}" dt="2026-06-13T21:37:28.277" v="171" actId="26606"/>
          <ac:spMkLst>
            <pc:docMk/>
            <pc:sldMk cId="1789239305" sldId="260"/>
            <ac:spMk id="10" creationId="{2B97F24A-32CE-4C1C-A50D-3016B394DCFB}"/>
          </ac:spMkLst>
        </pc:spChg>
        <pc:spChg chg="add del">
          <ac:chgData name="Lisa Nutter" userId="b238ee917f414d02" providerId="LiveId" clId="{9AAAD0C8-5672-4E6D-B54E-E57DBBF5DCC0}" dt="2026-06-13T21:37:28.277" v="171" actId="26606"/>
          <ac:spMkLst>
            <pc:docMk/>
            <pc:sldMk cId="1789239305" sldId="260"/>
            <ac:spMk id="12" creationId="{6357EC4F-235E-4222-A36F-C7878ACE37F2}"/>
          </ac:spMkLst>
        </pc:spChg>
        <pc:spChg chg="add">
          <ac:chgData name="Lisa Nutter" userId="b238ee917f414d02" providerId="LiveId" clId="{9AAAD0C8-5672-4E6D-B54E-E57DBBF5DCC0}" dt="2026-06-13T21:37:28.277" v="171" actId="26606"/>
          <ac:spMkLst>
            <pc:docMk/>
            <pc:sldMk cId="1789239305" sldId="260"/>
            <ac:spMk id="17" creationId="{12609869-9E80-471B-A487-A53288E0E791}"/>
          </ac:spMkLst>
        </pc:spChg>
        <pc:spChg chg="add">
          <ac:chgData name="Lisa Nutter" userId="b238ee917f414d02" providerId="LiveId" clId="{9AAAD0C8-5672-4E6D-B54E-E57DBBF5DCC0}" dt="2026-06-13T21:37:28.277" v="171" actId="26606"/>
          <ac:spMkLst>
            <pc:docMk/>
            <pc:sldMk cId="1789239305" sldId="260"/>
            <ac:spMk id="19" creationId="{7004738A-9D34-43E8-97D2-CA0EED4F8BE0}"/>
          </ac:spMkLst>
        </pc:spChg>
        <pc:spChg chg="add">
          <ac:chgData name="Lisa Nutter" userId="b238ee917f414d02" providerId="LiveId" clId="{9AAAD0C8-5672-4E6D-B54E-E57DBBF5DCC0}" dt="2026-06-13T21:37:28.277" v="171" actId="26606"/>
          <ac:spMkLst>
            <pc:docMk/>
            <pc:sldMk cId="1789239305" sldId="260"/>
            <ac:spMk id="21" creationId="{B8B8D07F-F13E-443E-BA68-2D26672D76B9}"/>
          </ac:spMkLst>
        </pc:spChg>
        <pc:spChg chg="add">
          <ac:chgData name="Lisa Nutter" userId="b238ee917f414d02" providerId="LiveId" clId="{9AAAD0C8-5672-4E6D-B54E-E57DBBF5DCC0}" dt="2026-06-13T21:37:28.277" v="171" actId="26606"/>
          <ac:spMkLst>
            <pc:docMk/>
            <pc:sldMk cId="1789239305" sldId="260"/>
            <ac:spMk id="23" creationId="{2813A4FA-24A5-41ED-A534-3807D1B2F344}"/>
          </ac:spMkLst>
        </pc:spChg>
        <pc:spChg chg="add">
          <ac:chgData name="Lisa Nutter" userId="b238ee917f414d02" providerId="LiveId" clId="{9AAAD0C8-5672-4E6D-B54E-E57DBBF5DCC0}" dt="2026-06-13T21:37:28.277" v="171" actId="26606"/>
          <ac:spMkLst>
            <pc:docMk/>
            <pc:sldMk cId="1789239305" sldId="260"/>
            <ac:spMk id="25" creationId="{C3944F27-CA70-4E84-A51A-E6BF89558979}"/>
          </ac:spMkLst>
        </pc:spChg>
        <pc:picChg chg="add mod">
          <ac:chgData name="Lisa Nutter" userId="b238ee917f414d02" providerId="LiveId" clId="{9AAAD0C8-5672-4E6D-B54E-E57DBBF5DCC0}" dt="2026-06-13T21:37:55.501" v="180" actId="14100"/>
          <ac:picMkLst>
            <pc:docMk/>
            <pc:sldMk cId="1789239305" sldId="260"/>
            <ac:picMk id="5" creationId="{975E0581-EB16-FF10-50C0-88D4C3587E40}"/>
          </ac:picMkLst>
        </pc:picChg>
      </pc:sldChg>
      <pc:sldChg chg="addSp delSp modSp new mod setBg">
        <pc:chgData name="Lisa Nutter" userId="b238ee917f414d02" providerId="LiveId" clId="{9AAAD0C8-5672-4E6D-B54E-E57DBBF5DCC0}" dt="2026-06-13T21:41:35.606" v="216" actId="1076"/>
        <pc:sldMkLst>
          <pc:docMk/>
          <pc:sldMk cId="698190881" sldId="261"/>
        </pc:sldMkLst>
        <pc:spChg chg="mod">
          <ac:chgData name="Lisa Nutter" userId="b238ee917f414d02" providerId="LiveId" clId="{9AAAD0C8-5672-4E6D-B54E-E57DBBF5DCC0}" dt="2026-06-13T21:40:29.454" v="211" actId="207"/>
          <ac:spMkLst>
            <pc:docMk/>
            <pc:sldMk cId="698190881" sldId="261"/>
            <ac:spMk id="2" creationId="{FCA9FD00-3C53-5576-4B8F-9AFCA855F5A0}"/>
          </ac:spMkLst>
        </pc:spChg>
        <pc:spChg chg="mod">
          <ac:chgData name="Lisa Nutter" userId="b238ee917f414d02" providerId="LiveId" clId="{9AAAD0C8-5672-4E6D-B54E-E57DBBF5DCC0}" dt="2026-06-13T21:39:12.750" v="194" actId="1076"/>
          <ac:spMkLst>
            <pc:docMk/>
            <pc:sldMk cId="698190881" sldId="261"/>
            <ac:spMk id="3" creationId="{721A9BD3-84AF-8AC8-BF25-D4B18B1ABB68}"/>
          </ac:spMkLst>
        </pc:spChg>
        <pc:spChg chg="add del">
          <ac:chgData name="Lisa Nutter" userId="b238ee917f414d02" providerId="LiveId" clId="{9AAAD0C8-5672-4E6D-B54E-E57DBBF5DCC0}" dt="2026-06-13T21:39:03.653" v="190" actId="26606"/>
          <ac:spMkLst>
            <pc:docMk/>
            <pc:sldMk cId="698190881" sldId="261"/>
            <ac:spMk id="10" creationId="{2B97F24A-32CE-4C1C-A50D-3016B394DCFB}"/>
          </ac:spMkLst>
        </pc:spChg>
        <pc:spChg chg="add del">
          <ac:chgData name="Lisa Nutter" userId="b238ee917f414d02" providerId="LiveId" clId="{9AAAD0C8-5672-4E6D-B54E-E57DBBF5DCC0}" dt="2026-06-13T21:39:03.653" v="190" actId="26606"/>
          <ac:spMkLst>
            <pc:docMk/>
            <pc:sldMk cId="698190881" sldId="261"/>
            <ac:spMk id="12" creationId="{CD8B4F24-440B-49E9-B85D-733523DC064B}"/>
          </ac:spMkLst>
        </pc:spChg>
        <pc:spChg chg="add">
          <ac:chgData name="Lisa Nutter" userId="b238ee917f414d02" providerId="LiveId" clId="{9AAAD0C8-5672-4E6D-B54E-E57DBBF5DCC0}" dt="2026-06-13T21:39:03.653" v="190" actId="26606"/>
          <ac:spMkLst>
            <pc:docMk/>
            <pc:sldMk cId="698190881" sldId="261"/>
            <ac:spMk id="17" creationId="{12609869-9E80-471B-A487-A53288E0E791}"/>
          </ac:spMkLst>
        </pc:spChg>
        <pc:spChg chg="add">
          <ac:chgData name="Lisa Nutter" userId="b238ee917f414d02" providerId="LiveId" clId="{9AAAD0C8-5672-4E6D-B54E-E57DBBF5DCC0}" dt="2026-06-13T21:39:03.653" v="190" actId="26606"/>
          <ac:spMkLst>
            <pc:docMk/>
            <pc:sldMk cId="698190881" sldId="261"/>
            <ac:spMk id="19" creationId="{7004738A-9D34-43E8-97D2-CA0EED4F8BE0}"/>
          </ac:spMkLst>
        </pc:spChg>
        <pc:spChg chg="add">
          <ac:chgData name="Lisa Nutter" userId="b238ee917f414d02" providerId="LiveId" clId="{9AAAD0C8-5672-4E6D-B54E-E57DBBF5DCC0}" dt="2026-06-13T21:39:03.653" v="190" actId="26606"/>
          <ac:spMkLst>
            <pc:docMk/>
            <pc:sldMk cId="698190881" sldId="261"/>
            <ac:spMk id="21" creationId="{B8B8D07F-F13E-443E-BA68-2D26672D76B9}"/>
          </ac:spMkLst>
        </pc:spChg>
        <pc:spChg chg="add">
          <ac:chgData name="Lisa Nutter" userId="b238ee917f414d02" providerId="LiveId" clId="{9AAAD0C8-5672-4E6D-B54E-E57DBBF5DCC0}" dt="2026-06-13T21:39:03.653" v="190" actId="26606"/>
          <ac:spMkLst>
            <pc:docMk/>
            <pc:sldMk cId="698190881" sldId="261"/>
            <ac:spMk id="23" creationId="{2813A4FA-24A5-41ED-A534-3807D1B2F344}"/>
          </ac:spMkLst>
        </pc:spChg>
        <pc:spChg chg="add">
          <ac:chgData name="Lisa Nutter" userId="b238ee917f414d02" providerId="LiveId" clId="{9AAAD0C8-5672-4E6D-B54E-E57DBBF5DCC0}" dt="2026-06-13T21:39:03.653" v="190" actId="26606"/>
          <ac:spMkLst>
            <pc:docMk/>
            <pc:sldMk cId="698190881" sldId="261"/>
            <ac:spMk id="25" creationId="{C3944F27-CA70-4E84-A51A-E6BF89558979}"/>
          </ac:spMkLst>
        </pc:spChg>
        <pc:picChg chg="add mod">
          <ac:chgData name="Lisa Nutter" userId="b238ee917f414d02" providerId="LiveId" clId="{9AAAD0C8-5672-4E6D-B54E-E57DBBF5DCC0}" dt="2026-06-13T21:41:35.606" v="216" actId="1076"/>
          <ac:picMkLst>
            <pc:docMk/>
            <pc:sldMk cId="698190881" sldId="261"/>
            <ac:picMk id="5" creationId="{E804C8D9-2AB6-4E9C-B13F-DFD79DAEFD9D}"/>
          </ac:picMkLst>
        </pc:picChg>
      </pc:sldChg>
      <pc:sldChg chg="addSp delSp modSp new mod setBg">
        <pc:chgData name="Lisa Nutter" userId="b238ee917f414d02" providerId="LiveId" clId="{9AAAD0C8-5672-4E6D-B54E-E57DBBF5DCC0}" dt="2026-06-13T21:42:00.598" v="224" actId="1076"/>
        <pc:sldMkLst>
          <pc:docMk/>
          <pc:sldMk cId="2686588359" sldId="262"/>
        </pc:sldMkLst>
        <pc:spChg chg="mod">
          <ac:chgData name="Lisa Nutter" userId="b238ee917f414d02" providerId="LiveId" clId="{9AAAD0C8-5672-4E6D-B54E-E57DBBF5DCC0}" dt="2026-06-13T21:41:47.475" v="218" actId="207"/>
          <ac:spMkLst>
            <pc:docMk/>
            <pc:sldMk cId="2686588359" sldId="262"/>
            <ac:spMk id="2" creationId="{37459CC2-19BB-9736-1E17-1E4A9E10F2FD}"/>
          </ac:spMkLst>
        </pc:spChg>
        <pc:spChg chg="mod">
          <ac:chgData name="Lisa Nutter" userId="b238ee917f414d02" providerId="LiveId" clId="{9AAAD0C8-5672-4E6D-B54E-E57DBBF5DCC0}" dt="2026-06-13T21:33:58.004" v="152" actId="27636"/>
          <ac:spMkLst>
            <pc:docMk/>
            <pc:sldMk cId="2686588359" sldId="262"/>
            <ac:spMk id="3" creationId="{DD1FD7F4-7B68-39E7-215F-BD8B3D5BC935}"/>
          </ac:spMkLst>
        </pc:spChg>
        <pc:spChg chg="add del">
          <ac:chgData name="Lisa Nutter" userId="b238ee917f414d02" providerId="LiveId" clId="{9AAAD0C8-5672-4E6D-B54E-E57DBBF5DCC0}" dt="2026-06-13T21:33:31.340" v="144" actId="26606"/>
          <ac:spMkLst>
            <pc:docMk/>
            <pc:sldMk cId="2686588359" sldId="262"/>
            <ac:spMk id="10" creationId="{C3420C89-0B09-4632-A4AF-3971D08BF7A8}"/>
          </ac:spMkLst>
        </pc:spChg>
        <pc:spChg chg="add del">
          <ac:chgData name="Lisa Nutter" userId="b238ee917f414d02" providerId="LiveId" clId="{9AAAD0C8-5672-4E6D-B54E-E57DBBF5DCC0}" dt="2026-06-13T21:33:31.340" v="144" actId="26606"/>
          <ac:spMkLst>
            <pc:docMk/>
            <pc:sldMk cId="2686588359" sldId="262"/>
            <ac:spMk id="12" creationId="{4E5CBA61-BF74-40B4-A3A8-366BBA626CCF}"/>
          </ac:spMkLst>
        </pc:spChg>
        <pc:spChg chg="add">
          <ac:chgData name="Lisa Nutter" userId="b238ee917f414d02" providerId="LiveId" clId="{9AAAD0C8-5672-4E6D-B54E-E57DBBF5DCC0}" dt="2026-06-13T21:33:31.340" v="144" actId="26606"/>
          <ac:spMkLst>
            <pc:docMk/>
            <pc:sldMk cId="2686588359" sldId="262"/>
            <ac:spMk id="30" creationId="{12609869-9E80-471B-A487-A53288E0E791}"/>
          </ac:spMkLst>
        </pc:spChg>
        <pc:spChg chg="add">
          <ac:chgData name="Lisa Nutter" userId="b238ee917f414d02" providerId="LiveId" clId="{9AAAD0C8-5672-4E6D-B54E-E57DBBF5DCC0}" dt="2026-06-13T21:33:31.340" v="144" actId="26606"/>
          <ac:spMkLst>
            <pc:docMk/>
            <pc:sldMk cId="2686588359" sldId="262"/>
            <ac:spMk id="32" creationId="{7004738A-9D34-43E8-97D2-CA0EED4F8BE0}"/>
          </ac:spMkLst>
        </pc:spChg>
        <pc:spChg chg="add">
          <ac:chgData name="Lisa Nutter" userId="b238ee917f414d02" providerId="LiveId" clId="{9AAAD0C8-5672-4E6D-B54E-E57DBBF5DCC0}" dt="2026-06-13T21:33:31.340" v="144" actId="26606"/>
          <ac:spMkLst>
            <pc:docMk/>
            <pc:sldMk cId="2686588359" sldId="262"/>
            <ac:spMk id="34" creationId="{B8B8D07F-F13E-443E-BA68-2D26672D76B9}"/>
          </ac:spMkLst>
        </pc:spChg>
        <pc:spChg chg="add">
          <ac:chgData name="Lisa Nutter" userId="b238ee917f414d02" providerId="LiveId" clId="{9AAAD0C8-5672-4E6D-B54E-E57DBBF5DCC0}" dt="2026-06-13T21:33:31.340" v="144" actId="26606"/>
          <ac:spMkLst>
            <pc:docMk/>
            <pc:sldMk cId="2686588359" sldId="262"/>
            <ac:spMk id="36" creationId="{2813A4FA-24A5-41ED-A534-3807D1B2F344}"/>
          </ac:spMkLst>
        </pc:spChg>
        <pc:spChg chg="add">
          <ac:chgData name="Lisa Nutter" userId="b238ee917f414d02" providerId="LiveId" clId="{9AAAD0C8-5672-4E6D-B54E-E57DBBF5DCC0}" dt="2026-06-13T21:33:31.340" v="144" actId="26606"/>
          <ac:spMkLst>
            <pc:docMk/>
            <pc:sldMk cId="2686588359" sldId="262"/>
            <ac:spMk id="38" creationId="{C3944F27-CA70-4E84-A51A-E6BF89558979}"/>
          </ac:spMkLst>
        </pc:spChg>
        <pc:grpChg chg="add">
          <ac:chgData name="Lisa Nutter" userId="b238ee917f414d02" providerId="LiveId" clId="{9AAAD0C8-5672-4E6D-B54E-E57DBBF5DCC0}" dt="2026-06-13T21:32:53.073" v="140" actId="26606"/>
          <ac:grpSpMkLst>
            <pc:docMk/>
            <pc:sldMk cId="2686588359" sldId="262"/>
            <ac:grpSpMk id="14" creationId="{AC27E70C-5470-4262-B9CE-AE52C51CF4C1}"/>
          </ac:grpSpMkLst>
        </pc:grpChg>
        <pc:grpChg chg="add">
          <ac:chgData name="Lisa Nutter" userId="b238ee917f414d02" providerId="LiveId" clId="{9AAAD0C8-5672-4E6D-B54E-E57DBBF5DCC0}" dt="2026-06-13T21:32:53.073" v="140" actId="26606"/>
          <ac:grpSpMkLst>
            <pc:docMk/>
            <pc:sldMk cId="2686588359" sldId="262"/>
            <ac:grpSpMk id="18" creationId="{E27AF472-EAE3-4572-AB69-B92BD10DBC6D}"/>
          </ac:grpSpMkLst>
        </pc:grpChg>
        <pc:picChg chg="add del mod ord">
          <ac:chgData name="Lisa Nutter" userId="b238ee917f414d02" providerId="LiveId" clId="{9AAAD0C8-5672-4E6D-B54E-E57DBBF5DCC0}" dt="2026-06-13T21:39:40.795" v="201" actId="478"/>
          <ac:picMkLst>
            <pc:docMk/>
            <pc:sldMk cId="2686588359" sldId="262"/>
            <ac:picMk id="5" creationId="{3E25C259-5E36-70CB-F68D-73C1983BDBF7}"/>
          </ac:picMkLst>
        </pc:picChg>
        <pc:picChg chg="add mod">
          <ac:chgData name="Lisa Nutter" userId="b238ee917f414d02" providerId="LiveId" clId="{9AAAD0C8-5672-4E6D-B54E-E57DBBF5DCC0}" dt="2026-06-13T21:42:00.598" v="224" actId="1076"/>
          <ac:picMkLst>
            <pc:docMk/>
            <pc:sldMk cId="2686588359" sldId="262"/>
            <ac:picMk id="7" creationId="{E26659F9-FFB8-EB3C-EA38-3E93D6183576}"/>
          </ac:picMkLst>
        </pc:picChg>
      </pc:sldChg>
      <pc:sldChg chg="addSp delSp modSp new mod setBg">
        <pc:chgData name="Lisa Nutter" userId="b238ee917f414d02" providerId="LiveId" clId="{9AAAD0C8-5672-4E6D-B54E-E57DBBF5DCC0}" dt="2026-06-13T21:36:39.694" v="170" actId="2711"/>
        <pc:sldMkLst>
          <pc:docMk/>
          <pc:sldMk cId="263502737" sldId="263"/>
        </pc:sldMkLst>
        <pc:spChg chg="mod">
          <ac:chgData name="Lisa Nutter" userId="b238ee917f414d02" providerId="LiveId" clId="{9AAAD0C8-5672-4E6D-B54E-E57DBBF5DCC0}" dt="2026-06-13T21:36:34.095" v="169" actId="2711"/>
          <ac:spMkLst>
            <pc:docMk/>
            <pc:sldMk cId="263502737" sldId="263"/>
            <ac:spMk id="2" creationId="{09A0D39F-07EE-8D8F-B27D-1077F4EA31C1}"/>
          </ac:spMkLst>
        </pc:spChg>
        <pc:spChg chg="del">
          <ac:chgData name="Lisa Nutter" userId="b238ee917f414d02" providerId="LiveId" clId="{9AAAD0C8-5672-4E6D-B54E-E57DBBF5DCC0}" dt="2026-06-13T21:35:35.003" v="161" actId="1032"/>
          <ac:spMkLst>
            <pc:docMk/>
            <pc:sldMk cId="263502737" sldId="263"/>
            <ac:spMk id="3" creationId="{573DCF73-FD3C-89AF-C27E-4410EB9DFEAD}"/>
          </ac:spMkLst>
        </pc:spChg>
        <pc:spChg chg="add">
          <ac:chgData name="Lisa Nutter" userId="b238ee917f414d02" providerId="LiveId" clId="{9AAAD0C8-5672-4E6D-B54E-E57DBBF5DCC0}" dt="2026-06-13T21:36:26.892" v="168" actId="26606"/>
          <ac:spMkLst>
            <pc:docMk/>
            <pc:sldMk cId="263502737" sldId="263"/>
            <ac:spMk id="9" creationId="{BACC6370-2D7E-4714-9D71-7542949D7D5D}"/>
          </ac:spMkLst>
        </pc:spChg>
        <pc:spChg chg="add">
          <ac:chgData name="Lisa Nutter" userId="b238ee917f414d02" providerId="LiveId" clId="{9AAAD0C8-5672-4E6D-B54E-E57DBBF5DCC0}" dt="2026-06-13T21:36:26.892" v="168" actId="26606"/>
          <ac:spMkLst>
            <pc:docMk/>
            <pc:sldMk cId="263502737" sldId="263"/>
            <ac:spMk id="11" creationId="{F68B3F68-107C-434F-AA38-110D5EA91B85}"/>
          </ac:spMkLst>
        </pc:spChg>
        <pc:spChg chg="add">
          <ac:chgData name="Lisa Nutter" userId="b238ee917f414d02" providerId="LiveId" clId="{9AAAD0C8-5672-4E6D-B54E-E57DBBF5DCC0}" dt="2026-06-13T21:36:26.892" v="168" actId="26606"/>
          <ac:spMkLst>
            <pc:docMk/>
            <pc:sldMk cId="263502737" sldId="263"/>
            <ac:spMk id="13" creationId="{AAD0DBB9-1A4B-4391-81D4-CB19F9AB918A}"/>
          </ac:spMkLst>
        </pc:spChg>
        <pc:spChg chg="add">
          <ac:chgData name="Lisa Nutter" userId="b238ee917f414d02" providerId="LiveId" clId="{9AAAD0C8-5672-4E6D-B54E-E57DBBF5DCC0}" dt="2026-06-13T21:36:26.892" v="168" actId="26606"/>
          <ac:spMkLst>
            <pc:docMk/>
            <pc:sldMk cId="263502737" sldId="263"/>
            <ac:spMk id="15" creationId="{063BBA22-50EA-4C4D-BE05-F1CE4E63AA56}"/>
          </ac:spMkLst>
        </pc:spChg>
        <pc:graphicFrameChg chg="add mod modGraphic">
          <ac:chgData name="Lisa Nutter" userId="b238ee917f414d02" providerId="LiveId" clId="{9AAAD0C8-5672-4E6D-B54E-E57DBBF5DCC0}" dt="2026-06-13T21:36:39.694" v="170" actId="2711"/>
          <ac:graphicFrameMkLst>
            <pc:docMk/>
            <pc:sldMk cId="263502737" sldId="263"/>
            <ac:graphicFrameMk id="4" creationId="{29BC7B59-81D2-2EC2-1171-FFA49F7E7EE6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EFAC3C-C325-4F71-B48A-F4B30FE5802C}" type="doc">
      <dgm:prSet loTypeId="urn:microsoft.com/office/officeart/2005/8/layout/vList5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B104F82-F393-43C6-BEF1-F9CF492690B6}">
      <dgm:prSet phldrT="[Text]"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Total Devices: 4,149</a:t>
          </a:r>
        </a:p>
      </dgm:t>
    </dgm:pt>
    <dgm:pt modelId="{5832C385-3E0C-4AD7-9D4A-78C82035B765}" type="parTrans" cxnId="{B91B4D0E-1F15-43EC-93C6-D4C31CB0FBD5}">
      <dgm:prSet/>
      <dgm:spPr/>
      <dgm:t>
        <a:bodyPr/>
        <a:lstStyle/>
        <a:p>
          <a:endParaRPr lang="en-US"/>
        </a:p>
      </dgm:t>
    </dgm:pt>
    <dgm:pt modelId="{35DEE1DC-CC86-4DC5-818B-73C531F4DE10}" type="sibTrans" cxnId="{B91B4D0E-1F15-43EC-93C6-D4C31CB0FBD5}">
      <dgm:prSet/>
      <dgm:spPr/>
      <dgm:t>
        <a:bodyPr/>
        <a:lstStyle/>
        <a:p>
          <a:endParaRPr lang="en-US"/>
        </a:p>
      </dgm:t>
    </dgm:pt>
    <dgm:pt modelId="{27429116-D69B-4B69-BDDD-6E26043A9473}">
      <dgm:prSet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Total Failure Events: 8,123</a:t>
          </a:r>
        </a:p>
      </dgm:t>
    </dgm:pt>
    <dgm:pt modelId="{ACFD7485-8D20-4F2C-84C5-37C04FE38F37}" type="parTrans" cxnId="{51C5F0DE-17AD-4196-9FF0-D53242FDEE11}">
      <dgm:prSet/>
      <dgm:spPr/>
      <dgm:t>
        <a:bodyPr/>
        <a:lstStyle/>
        <a:p>
          <a:endParaRPr lang="en-US"/>
        </a:p>
      </dgm:t>
    </dgm:pt>
    <dgm:pt modelId="{491DFCF8-9E49-40EC-AEAE-3F2A5DD80F5D}" type="sibTrans" cxnId="{51C5F0DE-17AD-4196-9FF0-D53242FDEE11}">
      <dgm:prSet/>
      <dgm:spPr/>
      <dgm:t>
        <a:bodyPr/>
        <a:lstStyle/>
        <a:p>
          <a:endParaRPr lang="en-US"/>
        </a:p>
      </dgm:t>
    </dgm:pt>
    <dgm:pt modelId="{CCF228E9-B2DC-4A8F-9F3F-1F3B9A8A0169}">
      <dgm:prSet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Avg Downtime: 10.62 hours</a:t>
          </a:r>
        </a:p>
      </dgm:t>
    </dgm:pt>
    <dgm:pt modelId="{EAE2BD31-451B-44E4-B009-E26F4EEF65A1}" type="parTrans" cxnId="{0DFA466A-4D11-437A-99BF-4937D4B84584}">
      <dgm:prSet/>
      <dgm:spPr/>
      <dgm:t>
        <a:bodyPr/>
        <a:lstStyle/>
        <a:p>
          <a:endParaRPr lang="en-US"/>
        </a:p>
      </dgm:t>
    </dgm:pt>
    <dgm:pt modelId="{66B4D767-027E-4F49-9723-A0D83AADCCC1}" type="sibTrans" cxnId="{0DFA466A-4D11-437A-99BF-4937D4B84584}">
      <dgm:prSet/>
      <dgm:spPr/>
      <dgm:t>
        <a:bodyPr/>
        <a:lstStyle/>
        <a:p>
          <a:endParaRPr lang="en-US"/>
        </a:p>
      </dgm:t>
    </dgm:pt>
    <dgm:pt modelId="{EFB94491-58AC-4CC9-9031-C7430C1E4FD6}">
      <dgm:prSet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Total Maintenance Cost: $36.1M</a:t>
          </a:r>
        </a:p>
      </dgm:t>
    </dgm:pt>
    <dgm:pt modelId="{AED100CE-DDCE-48AB-9DD5-2505A253F4A5}" type="parTrans" cxnId="{867B36C4-BB07-4EBB-9612-9F47E898ED6E}">
      <dgm:prSet/>
      <dgm:spPr/>
      <dgm:t>
        <a:bodyPr/>
        <a:lstStyle/>
        <a:p>
          <a:endParaRPr lang="en-US"/>
        </a:p>
      </dgm:t>
    </dgm:pt>
    <dgm:pt modelId="{32ED2FF4-40E6-4C9C-8940-D793330C4E85}" type="sibTrans" cxnId="{867B36C4-BB07-4EBB-9612-9F47E898ED6E}">
      <dgm:prSet/>
      <dgm:spPr/>
      <dgm:t>
        <a:bodyPr/>
        <a:lstStyle/>
        <a:p>
          <a:endParaRPr lang="en-US"/>
        </a:p>
      </dgm:t>
    </dgm:pt>
    <dgm:pt modelId="{71B1A500-54B6-4A99-9FA5-ED524F7A0A86}">
      <dgm:prSet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High-Risk Devices: 357</a:t>
          </a:r>
        </a:p>
      </dgm:t>
    </dgm:pt>
    <dgm:pt modelId="{599AC51E-1549-4610-BAF7-FBE6AAFB5538}" type="parTrans" cxnId="{CD254361-ED53-420E-BF7F-2613E7BE16E1}">
      <dgm:prSet/>
      <dgm:spPr/>
      <dgm:t>
        <a:bodyPr/>
        <a:lstStyle/>
        <a:p>
          <a:endParaRPr lang="en-US"/>
        </a:p>
      </dgm:t>
    </dgm:pt>
    <dgm:pt modelId="{8F34123A-50B0-4543-A484-E4464CD22D4C}" type="sibTrans" cxnId="{CD254361-ED53-420E-BF7F-2613E7BE16E1}">
      <dgm:prSet/>
      <dgm:spPr/>
      <dgm:t>
        <a:bodyPr/>
        <a:lstStyle/>
        <a:p>
          <a:endParaRPr lang="en-US"/>
        </a:p>
      </dgm:t>
    </dgm:pt>
    <dgm:pt modelId="{0ACF1CCA-D321-45EC-8A3D-8AF41D79C1A2}">
      <dgm:prSet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Replacement Review Devices: 1,054</a:t>
          </a:r>
        </a:p>
      </dgm:t>
    </dgm:pt>
    <dgm:pt modelId="{A2365310-A0EE-48E7-9C8E-6B4C8F5B5407}" type="parTrans" cxnId="{002EE4D7-7663-40FB-A8F5-6EAF295A13BD}">
      <dgm:prSet/>
      <dgm:spPr/>
      <dgm:t>
        <a:bodyPr/>
        <a:lstStyle/>
        <a:p>
          <a:endParaRPr lang="en-US"/>
        </a:p>
      </dgm:t>
    </dgm:pt>
    <dgm:pt modelId="{0CE0A41F-05DF-4B26-BD95-33953755785B}" type="sibTrans" cxnId="{002EE4D7-7663-40FB-A8F5-6EAF295A13BD}">
      <dgm:prSet/>
      <dgm:spPr/>
      <dgm:t>
        <a:bodyPr/>
        <a:lstStyle/>
        <a:p>
          <a:endParaRPr lang="en-US"/>
        </a:p>
      </dgm:t>
    </dgm:pt>
    <dgm:pt modelId="{FC8390B1-9D22-4DBA-8D47-9C99EB34A547}">
      <dgm:prSet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Total Financial Expenses: $12.4M</a:t>
          </a:r>
        </a:p>
      </dgm:t>
    </dgm:pt>
    <dgm:pt modelId="{D1FB220C-5B89-4F88-BEA7-A17DF4741747}" type="parTrans" cxnId="{84233D18-E85A-4885-A891-A3E529C67343}">
      <dgm:prSet/>
      <dgm:spPr/>
      <dgm:t>
        <a:bodyPr/>
        <a:lstStyle/>
        <a:p>
          <a:endParaRPr lang="en-US"/>
        </a:p>
      </dgm:t>
    </dgm:pt>
    <dgm:pt modelId="{290EED2C-1AD8-4BA3-BE45-4D7A090F3805}" type="sibTrans" cxnId="{84233D18-E85A-4885-A891-A3E529C67343}">
      <dgm:prSet/>
      <dgm:spPr/>
      <dgm:t>
        <a:bodyPr/>
        <a:lstStyle/>
        <a:p>
          <a:endParaRPr lang="en-US"/>
        </a:p>
      </dgm:t>
    </dgm:pt>
    <dgm:pt modelId="{F82B6CFD-FA4C-49DF-BDD8-168C491A30F8}">
      <dgm:prSet/>
      <dgm:spPr/>
      <dgm:t>
        <a:bodyPr/>
        <a:lstStyle/>
        <a:p>
          <a:r>
            <a:rPr lang="en-US" dirty="0">
              <a:latin typeface="Abadi ExtraLight" panose="020B0204020104020204" pitchFamily="34" charset="0"/>
            </a:rPr>
            <a:t>Top Expense Category: Staffing</a:t>
          </a:r>
        </a:p>
      </dgm:t>
    </dgm:pt>
    <dgm:pt modelId="{7888DD99-E1EB-490C-BD60-A6DB59D23586}" type="parTrans" cxnId="{CD145D63-943C-42CD-9982-75A5FD0AD646}">
      <dgm:prSet/>
      <dgm:spPr/>
      <dgm:t>
        <a:bodyPr/>
        <a:lstStyle/>
        <a:p>
          <a:endParaRPr lang="en-US"/>
        </a:p>
      </dgm:t>
    </dgm:pt>
    <dgm:pt modelId="{4ED6607A-1D03-406A-B41E-DEEC0DDE999E}" type="sibTrans" cxnId="{CD145D63-943C-42CD-9982-75A5FD0AD646}">
      <dgm:prSet/>
      <dgm:spPr/>
      <dgm:t>
        <a:bodyPr/>
        <a:lstStyle/>
        <a:p>
          <a:endParaRPr lang="en-US"/>
        </a:p>
      </dgm:t>
    </dgm:pt>
    <dgm:pt modelId="{20D51D43-646B-448A-AEA0-45EEB4FB7A73}" type="pres">
      <dgm:prSet presAssocID="{4DEFAC3C-C325-4F71-B48A-F4B30FE5802C}" presName="Name0" presStyleCnt="0">
        <dgm:presLayoutVars>
          <dgm:dir/>
          <dgm:animLvl val="lvl"/>
          <dgm:resizeHandles val="exact"/>
        </dgm:presLayoutVars>
      </dgm:prSet>
      <dgm:spPr/>
    </dgm:pt>
    <dgm:pt modelId="{AACF0AAF-4C7B-45E0-AE10-91B77B2C68E5}" type="pres">
      <dgm:prSet presAssocID="{8B104F82-F393-43C6-BEF1-F9CF492690B6}" presName="linNode" presStyleCnt="0"/>
      <dgm:spPr/>
    </dgm:pt>
    <dgm:pt modelId="{13AFD4E2-05A6-4117-9821-77D9F2071D19}" type="pres">
      <dgm:prSet presAssocID="{8B104F82-F393-43C6-BEF1-F9CF492690B6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82F4577B-2D9E-479A-AE33-FEDE789E1299}" type="pres">
      <dgm:prSet presAssocID="{35DEE1DC-CC86-4DC5-818B-73C531F4DE10}" presName="sp" presStyleCnt="0"/>
      <dgm:spPr/>
    </dgm:pt>
    <dgm:pt modelId="{F93B4F87-2247-4E23-BDBF-242FCCAA484B}" type="pres">
      <dgm:prSet presAssocID="{27429116-D69B-4B69-BDDD-6E26043A9473}" presName="linNode" presStyleCnt="0"/>
      <dgm:spPr/>
    </dgm:pt>
    <dgm:pt modelId="{6ACFE102-C431-4AF6-92E5-D918E91B4754}" type="pres">
      <dgm:prSet presAssocID="{27429116-D69B-4B69-BDDD-6E26043A9473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5E712ECC-AEC2-4B4A-B62C-60F588C22747}" type="pres">
      <dgm:prSet presAssocID="{491DFCF8-9E49-40EC-AEAE-3F2A5DD80F5D}" presName="sp" presStyleCnt="0"/>
      <dgm:spPr/>
    </dgm:pt>
    <dgm:pt modelId="{72130D06-E796-4EC2-9DC8-EAE280862412}" type="pres">
      <dgm:prSet presAssocID="{CCF228E9-B2DC-4A8F-9F3F-1F3B9A8A0169}" presName="linNode" presStyleCnt="0"/>
      <dgm:spPr/>
    </dgm:pt>
    <dgm:pt modelId="{BDBB0795-A22C-4EE0-9959-6EE5BCDA65C9}" type="pres">
      <dgm:prSet presAssocID="{CCF228E9-B2DC-4A8F-9F3F-1F3B9A8A0169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28A7584B-CF89-4D94-80F6-CBBB0716274A}" type="pres">
      <dgm:prSet presAssocID="{66B4D767-027E-4F49-9723-A0D83AADCCC1}" presName="sp" presStyleCnt="0"/>
      <dgm:spPr/>
    </dgm:pt>
    <dgm:pt modelId="{8503216D-096C-4F32-9482-E933D59560C1}" type="pres">
      <dgm:prSet presAssocID="{EFB94491-58AC-4CC9-9031-C7430C1E4FD6}" presName="linNode" presStyleCnt="0"/>
      <dgm:spPr/>
    </dgm:pt>
    <dgm:pt modelId="{35FC145B-CE20-4842-8E9E-AB33BBB0FADA}" type="pres">
      <dgm:prSet presAssocID="{EFB94491-58AC-4CC9-9031-C7430C1E4FD6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EB507E3B-B0EA-4DDA-8254-03D3BC69CF71}" type="pres">
      <dgm:prSet presAssocID="{32ED2FF4-40E6-4C9C-8940-D793330C4E85}" presName="sp" presStyleCnt="0"/>
      <dgm:spPr/>
    </dgm:pt>
    <dgm:pt modelId="{213C4D20-88F6-42DD-9781-974301752F5E}" type="pres">
      <dgm:prSet presAssocID="{71B1A500-54B6-4A99-9FA5-ED524F7A0A86}" presName="linNode" presStyleCnt="0"/>
      <dgm:spPr/>
    </dgm:pt>
    <dgm:pt modelId="{B95079F2-BB62-4B90-BF92-AF0F4804A81B}" type="pres">
      <dgm:prSet presAssocID="{71B1A500-54B6-4A99-9FA5-ED524F7A0A86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7DBF43FE-93C2-4EC0-B042-C57E16C49C33}" type="pres">
      <dgm:prSet presAssocID="{8F34123A-50B0-4543-A484-E4464CD22D4C}" presName="sp" presStyleCnt="0"/>
      <dgm:spPr/>
    </dgm:pt>
    <dgm:pt modelId="{7AE76BE4-DF05-4F60-95A0-336C9FDA424E}" type="pres">
      <dgm:prSet presAssocID="{0ACF1CCA-D321-45EC-8A3D-8AF41D79C1A2}" presName="linNode" presStyleCnt="0"/>
      <dgm:spPr/>
    </dgm:pt>
    <dgm:pt modelId="{41B6BD96-65F4-49F5-B27A-6EB781FD41CB}" type="pres">
      <dgm:prSet presAssocID="{0ACF1CCA-D321-45EC-8A3D-8AF41D79C1A2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3C863F24-994C-4FAA-8656-B6DF2DDE422C}" type="pres">
      <dgm:prSet presAssocID="{0CE0A41F-05DF-4B26-BD95-33953755785B}" presName="sp" presStyleCnt="0"/>
      <dgm:spPr/>
    </dgm:pt>
    <dgm:pt modelId="{20278559-7ECC-45E3-8088-D8BBFE175D16}" type="pres">
      <dgm:prSet presAssocID="{FC8390B1-9D22-4DBA-8D47-9C99EB34A547}" presName="linNode" presStyleCnt="0"/>
      <dgm:spPr/>
    </dgm:pt>
    <dgm:pt modelId="{C48F77CC-C05D-48F0-9E85-C29345B6D5A1}" type="pres">
      <dgm:prSet presAssocID="{FC8390B1-9D22-4DBA-8D47-9C99EB34A547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45BD6772-32B4-4B6D-9722-8781C3FF9ECA}" type="pres">
      <dgm:prSet presAssocID="{290EED2C-1AD8-4BA3-BE45-4D7A090F3805}" presName="sp" presStyleCnt="0"/>
      <dgm:spPr/>
    </dgm:pt>
    <dgm:pt modelId="{B4647520-8A07-449E-9AE1-77D447BBD0DC}" type="pres">
      <dgm:prSet presAssocID="{F82B6CFD-FA4C-49DF-BDD8-168C491A30F8}" presName="linNode" presStyleCnt="0"/>
      <dgm:spPr/>
    </dgm:pt>
    <dgm:pt modelId="{DE06F4BD-CE34-4456-B33B-9986819CA2D4}" type="pres">
      <dgm:prSet presAssocID="{F82B6CFD-FA4C-49DF-BDD8-168C491A30F8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B91B4D0E-1F15-43EC-93C6-D4C31CB0FBD5}" srcId="{4DEFAC3C-C325-4F71-B48A-F4B30FE5802C}" destId="{8B104F82-F393-43C6-BEF1-F9CF492690B6}" srcOrd="0" destOrd="0" parTransId="{5832C385-3E0C-4AD7-9D4A-78C82035B765}" sibTransId="{35DEE1DC-CC86-4DC5-818B-73C531F4DE10}"/>
    <dgm:cxn modelId="{84233D18-E85A-4885-A891-A3E529C67343}" srcId="{4DEFAC3C-C325-4F71-B48A-F4B30FE5802C}" destId="{FC8390B1-9D22-4DBA-8D47-9C99EB34A547}" srcOrd="6" destOrd="0" parTransId="{D1FB220C-5B89-4F88-BEA7-A17DF4741747}" sibTransId="{290EED2C-1AD8-4BA3-BE45-4D7A090F3805}"/>
    <dgm:cxn modelId="{41AC5432-D9B4-4135-928F-12FBEBD3BE5E}" type="presOf" srcId="{F82B6CFD-FA4C-49DF-BDD8-168C491A30F8}" destId="{DE06F4BD-CE34-4456-B33B-9986819CA2D4}" srcOrd="0" destOrd="0" presId="urn:microsoft.com/office/officeart/2005/8/layout/vList5"/>
    <dgm:cxn modelId="{E4409332-1CFB-4764-8571-C8238F99C271}" type="presOf" srcId="{8B104F82-F393-43C6-BEF1-F9CF492690B6}" destId="{13AFD4E2-05A6-4117-9821-77D9F2071D19}" srcOrd="0" destOrd="0" presId="urn:microsoft.com/office/officeart/2005/8/layout/vList5"/>
    <dgm:cxn modelId="{1EC3655B-CC30-42E9-A767-8C0122C06A69}" type="presOf" srcId="{4DEFAC3C-C325-4F71-B48A-F4B30FE5802C}" destId="{20D51D43-646B-448A-AEA0-45EEB4FB7A73}" srcOrd="0" destOrd="0" presId="urn:microsoft.com/office/officeart/2005/8/layout/vList5"/>
    <dgm:cxn modelId="{CD254361-ED53-420E-BF7F-2613E7BE16E1}" srcId="{4DEFAC3C-C325-4F71-B48A-F4B30FE5802C}" destId="{71B1A500-54B6-4A99-9FA5-ED524F7A0A86}" srcOrd="4" destOrd="0" parTransId="{599AC51E-1549-4610-BAF7-FBE6AAFB5538}" sibTransId="{8F34123A-50B0-4543-A484-E4464CD22D4C}"/>
    <dgm:cxn modelId="{CD145D63-943C-42CD-9982-75A5FD0AD646}" srcId="{4DEFAC3C-C325-4F71-B48A-F4B30FE5802C}" destId="{F82B6CFD-FA4C-49DF-BDD8-168C491A30F8}" srcOrd="7" destOrd="0" parTransId="{7888DD99-E1EB-490C-BD60-A6DB59D23586}" sibTransId="{4ED6607A-1D03-406A-B41E-DEEC0DDE999E}"/>
    <dgm:cxn modelId="{0DFA466A-4D11-437A-99BF-4937D4B84584}" srcId="{4DEFAC3C-C325-4F71-B48A-F4B30FE5802C}" destId="{CCF228E9-B2DC-4A8F-9F3F-1F3B9A8A0169}" srcOrd="2" destOrd="0" parTransId="{EAE2BD31-451B-44E4-B009-E26F4EEF65A1}" sibTransId="{66B4D767-027E-4F49-9723-A0D83AADCCC1}"/>
    <dgm:cxn modelId="{2AD76353-6191-4CD6-955A-DC16E36A1311}" type="presOf" srcId="{FC8390B1-9D22-4DBA-8D47-9C99EB34A547}" destId="{C48F77CC-C05D-48F0-9E85-C29345B6D5A1}" srcOrd="0" destOrd="0" presId="urn:microsoft.com/office/officeart/2005/8/layout/vList5"/>
    <dgm:cxn modelId="{7D807B7A-1CB9-47E0-8E44-BDAFC37B2EBC}" type="presOf" srcId="{CCF228E9-B2DC-4A8F-9F3F-1F3B9A8A0169}" destId="{BDBB0795-A22C-4EE0-9959-6EE5BCDA65C9}" srcOrd="0" destOrd="0" presId="urn:microsoft.com/office/officeart/2005/8/layout/vList5"/>
    <dgm:cxn modelId="{360A17A4-2A48-43E4-9ACA-51A591D0F217}" type="presOf" srcId="{71B1A500-54B6-4A99-9FA5-ED524F7A0A86}" destId="{B95079F2-BB62-4B90-BF92-AF0F4804A81B}" srcOrd="0" destOrd="0" presId="urn:microsoft.com/office/officeart/2005/8/layout/vList5"/>
    <dgm:cxn modelId="{9C1DCFBD-BA4E-468E-B24A-CDECB76E1482}" type="presOf" srcId="{EFB94491-58AC-4CC9-9031-C7430C1E4FD6}" destId="{35FC145B-CE20-4842-8E9E-AB33BBB0FADA}" srcOrd="0" destOrd="0" presId="urn:microsoft.com/office/officeart/2005/8/layout/vList5"/>
    <dgm:cxn modelId="{F6C90DBF-E70E-41C7-B842-905B156151A0}" type="presOf" srcId="{27429116-D69B-4B69-BDDD-6E26043A9473}" destId="{6ACFE102-C431-4AF6-92E5-D918E91B4754}" srcOrd="0" destOrd="0" presId="urn:microsoft.com/office/officeart/2005/8/layout/vList5"/>
    <dgm:cxn modelId="{867B36C4-BB07-4EBB-9612-9F47E898ED6E}" srcId="{4DEFAC3C-C325-4F71-B48A-F4B30FE5802C}" destId="{EFB94491-58AC-4CC9-9031-C7430C1E4FD6}" srcOrd="3" destOrd="0" parTransId="{AED100CE-DDCE-48AB-9DD5-2505A253F4A5}" sibTransId="{32ED2FF4-40E6-4C9C-8940-D793330C4E85}"/>
    <dgm:cxn modelId="{002EE4D7-7663-40FB-A8F5-6EAF295A13BD}" srcId="{4DEFAC3C-C325-4F71-B48A-F4B30FE5802C}" destId="{0ACF1CCA-D321-45EC-8A3D-8AF41D79C1A2}" srcOrd="5" destOrd="0" parTransId="{A2365310-A0EE-48E7-9C8E-6B4C8F5B5407}" sibTransId="{0CE0A41F-05DF-4B26-BD95-33953755785B}"/>
    <dgm:cxn modelId="{51C5F0DE-17AD-4196-9FF0-D53242FDEE11}" srcId="{4DEFAC3C-C325-4F71-B48A-F4B30FE5802C}" destId="{27429116-D69B-4B69-BDDD-6E26043A9473}" srcOrd="1" destOrd="0" parTransId="{ACFD7485-8D20-4F2C-84C5-37C04FE38F37}" sibTransId="{491DFCF8-9E49-40EC-AEAE-3F2A5DD80F5D}"/>
    <dgm:cxn modelId="{066181F2-45AD-473E-AE4F-4759C6598541}" type="presOf" srcId="{0ACF1CCA-D321-45EC-8A3D-8AF41D79C1A2}" destId="{41B6BD96-65F4-49F5-B27A-6EB781FD41CB}" srcOrd="0" destOrd="0" presId="urn:microsoft.com/office/officeart/2005/8/layout/vList5"/>
    <dgm:cxn modelId="{907B45B3-9558-4BF8-9211-1682B29A8AB8}" type="presParOf" srcId="{20D51D43-646B-448A-AEA0-45EEB4FB7A73}" destId="{AACF0AAF-4C7B-45E0-AE10-91B77B2C68E5}" srcOrd="0" destOrd="0" presId="urn:microsoft.com/office/officeart/2005/8/layout/vList5"/>
    <dgm:cxn modelId="{9B35DA3C-F619-47A6-86D0-4CD6ADC08A35}" type="presParOf" srcId="{AACF0AAF-4C7B-45E0-AE10-91B77B2C68E5}" destId="{13AFD4E2-05A6-4117-9821-77D9F2071D19}" srcOrd="0" destOrd="0" presId="urn:microsoft.com/office/officeart/2005/8/layout/vList5"/>
    <dgm:cxn modelId="{271E4079-4FCE-44D7-AAF1-5D96D651D255}" type="presParOf" srcId="{20D51D43-646B-448A-AEA0-45EEB4FB7A73}" destId="{82F4577B-2D9E-479A-AE33-FEDE789E1299}" srcOrd="1" destOrd="0" presId="urn:microsoft.com/office/officeart/2005/8/layout/vList5"/>
    <dgm:cxn modelId="{535C869D-F6D3-4A14-9E16-6E9F705DE9D3}" type="presParOf" srcId="{20D51D43-646B-448A-AEA0-45EEB4FB7A73}" destId="{F93B4F87-2247-4E23-BDBF-242FCCAA484B}" srcOrd="2" destOrd="0" presId="urn:microsoft.com/office/officeart/2005/8/layout/vList5"/>
    <dgm:cxn modelId="{67414659-A664-4091-8AAD-703220727A14}" type="presParOf" srcId="{F93B4F87-2247-4E23-BDBF-242FCCAA484B}" destId="{6ACFE102-C431-4AF6-92E5-D918E91B4754}" srcOrd="0" destOrd="0" presId="urn:microsoft.com/office/officeart/2005/8/layout/vList5"/>
    <dgm:cxn modelId="{4AF75276-A9AE-4B3A-A8F0-8CABECE75BCF}" type="presParOf" srcId="{20D51D43-646B-448A-AEA0-45EEB4FB7A73}" destId="{5E712ECC-AEC2-4B4A-B62C-60F588C22747}" srcOrd="3" destOrd="0" presId="urn:microsoft.com/office/officeart/2005/8/layout/vList5"/>
    <dgm:cxn modelId="{0BA40D04-81BE-4513-9DB0-4EE555AFEAFC}" type="presParOf" srcId="{20D51D43-646B-448A-AEA0-45EEB4FB7A73}" destId="{72130D06-E796-4EC2-9DC8-EAE280862412}" srcOrd="4" destOrd="0" presId="urn:microsoft.com/office/officeart/2005/8/layout/vList5"/>
    <dgm:cxn modelId="{24D322D4-6079-49F7-AAA8-EE9A8D598FED}" type="presParOf" srcId="{72130D06-E796-4EC2-9DC8-EAE280862412}" destId="{BDBB0795-A22C-4EE0-9959-6EE5BCDA65C9}" srcOrd="0" destOrd="0" presId="urn:microsoft.com/office/officeart/2005/8/layout/vList5"/>
    <dgm:cxn modelId="{C6634DD6-0BD8-4695-BCAE-C2EAB7B770DA}" type="presParOf" srcId="{20D51D43-646B-448A-AEA0-45EEB4FB7A73}" destId="{28A7584B-CF89-4D94-80F6-CBBB0716274A}" srcOrd="5" destOrd="0" presId="urn:microsoft.com/office/officeart/2005/8/layout/vList5"/>
    <dgm:cxn modelId="{7AC7D703-3918-42A6-A638-EB3B3C60F4DD}" type="presParOf" srcId="{20D51D43-646B-448A-AEA0-45EEB4FB7A73}" destId="{8503216D-096C-4F32-9482-E933D59560C1}" srcOrd="6" destOrd="0" presId="urn:microsoft.com/office/officeart/2005/8/layout/vList5"/>
    <dgm:cxn modelId="{B037F218-BBB4-4D03-A785-93BE9D83D7E2}" type="presParOf" srcId="{8503216D-096C-4F32-9482-E933D59560C1}" destId="{35FC145B-CE20-4842-8E9E-AB33BBB0FADA}" srcOrd="0" destOrd="0" presId="urn:microsoft.com/office/officeart/2005/8/layout/vList5"/>
    <dgm:cxn modelId="{AF4B9FDC-AF93-42C5-9B75-E6085D302569}" type="presParOf" srcId="{20D51D43-646B-448A-AEA0-45EEB4FB7A73}" destId="{EB507E3B-B0EA-4DDA-8254-03D3BC69CF71}" srcOrd="7" destOrd="0" presId="urn:microsoft.com/office/officeart/2005/8/layout/vList5"/>
    <dgm:cxn modelId="{4D657501-ACD1-41B6-A0F0-3F042BED25D1}" type="presParOf" srcId="{20D51D43-646B-448A-AEA0-45EEB4FB7A73}" destId="{213C4D20-88F6-42DD-9781-974301752F5E}" srcOrd="8" destOrd="0" presId="urn:microsoft.com/office/officeart/2005/8/layout/vList5"/>
    <dgm:cxn modelId="{CE3B267A-4314-4D9A-80A5-3281609E6BC8}" type="presParOf" srcId="{213C4D20-88F6-42DD-9781-974301752F5E}" destId="{B95079F2-BB62-4B90-BF92-AF0F4804A81B}" srcOrd="0" destOrd="0" presId="urn:microsoft.com/office/officeart/2005/8/layout/vList5"/>
    <dgm:cxn modelId="{87EBBE88-F667-4B3C-829A-78469BFFC18D}" type="presParOf" srcId="{20D51D43-646B-448A-AEA0-45EEB4FB7A73}" destId="{7DBF43FE-93C2-4EC0-B042-C57E16C49C33}" srcOrd="9" destOrd="0" presId="urn:microsoft.com/office/officeart/2005/8/layout/vList5"/>
    <dgm:cxn modelId="{587DA23A-6461-4164-8AE4-736085EB2045}" type="presParOf" srcId="{20D51D43-646B-448A-AEA0-45EEB4FB7A73}" destId="{7AE76BE4-DF05-4F60-95A0-336C9FDA424E}" srcOrd="10" destOrd="0" presId="urn:microsoft.com/office/officeart/2005/8/layout/vList5"/>
    <dgm:cxn modelId="{5D60937E-00F0-4263-9817-A479ABCE14D1}" type="presParOf" srcId="{7AE76BE4-DF05-4F60-95A0-336C9FDA424E}" destId="{41B6BD96-65F4-49F5-B27A-6EB781FD41CB}" srcOrd="0" destOrd="0" presId="urn:microsoft.com/office/officeart/2005/8/layout/vList5"/>
    <dgm:cxn modelId="{45DF6666-CA72-4A8C-8483-D13EA4F395FB}" type="presParOf" srcId="{20D51D43-646B-448A-AEA0-45EEB4FB7A73}" destId="{3C863F24-994C-4FAA-8656-B6DF2DDE422C}" srcOrd="11" destOrd="0" presId="urn:microsoft.com/office/officeart/2005/8/layout/vList5"/>
    <dgm:cxn modelId="{EB09218B-A72C-4B38-9B8F-CD6BC9F7B78C}" type="presParOf" srcId="{20D51D43-646B-448A-AEA0-45EEB4FB7A73}" destId="{20278559-7ECC-45E3-8088-D8BBFE175D16}" srcOrd="12" destOrd="0" presId="urn:microsoft.com/office/officeart/2005/8/layout/vList5"/>
    <dgm:cxn modelId="{6C745F4A-C633-4ADE-BB8A-3678F947B1A9}" type="presParOf" srcId="{20278559-7ECC-45E3-8088-D8BBFE175D16}" destId="{C48F77CC-C05D-48F0-9E85-C29345B6D5A1}" srcOrd="0" destOrd="0" presId="urn:microsoft.com/office/officeart/2005/8/layout/vList5"/>
    <dgm:cxn modelId="{80622BBD-0E7B-4733-9CE0-96BBE2E779F8}" type="presParOf" srcId="{20D51D43-646B-448A-AEA0-45EEB4FB7A73}" destId="{45BD6772-32B4-4B6D-9722-8781C3FF9ECA}" srcOrd="13" destOrd="0" presId="urn:microsoft.com/office/officeart/2005/8/layout/vList5"/>
    <dgm:cxn modelId="{4E4F4AB1-1485-4563-950A-5498313742E3}" type="presParOf" srcId="{20D51D43-646B-448A-AEA0-45EEB4FB7A73}" destId="{B4647520-8A07-449E-9AE1-77D447BBD0DC}" srcOrd="14" destOrd="0" presId="urn:microsoft.com/office/officeart/2005/8/layout/vList5"/>
    <dgm:cxn modelId="{FD7B11BC-C604-46F6-860A-D4DD1308DC84}" type="presParOf" srcId="{B4647520-8A07-449E-9AE1-77D447BBD0DC}" destId="{DE06F4BD-CE34-4456-B33B-9986819CA2D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96FE6E-87E6-4D1E-97BF-734988C9611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</dgm:pt>
    <dgm:pt modelId="{BFD57A4B-2198-459C-8AF7-9D3942D3A57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badi ExtraLight" panose="020B0204020104020204" pitchFamily="34" charset="0"/>
            </a:rPr>
            <a:t>1. Prioritize replacement review devices with high downtime and high maintenance cost.</a:t>
          </a:r>
        </a:p>
      </dgm:t>
    </dgm:pt>
    <dgm:pt modelId="{3722AAE8-45DF-4FEB-81B3-71438312D7BF}" type="parTrans" cxnId="{7DF43552-8656-4E5D-AC93-BFC115B95DB8}">
      <dgm:prSet/>
      <dgm:spPr/>
      <dgm:t>
        <a:bodyPr/>
        <a:lstStyle/>
        <a:p>
          <a:endParaRPr lang="en-US"/>
        </a:p>
      </dgm:t>
    </dgm:pt>
    <dgm:pt modelId="{E081B53D-0702-4AB4-A0F2-F0ABAF7D3319}" type="sibTrans" cxnId="{7DF43552-8656-4E5D-AC93-BFC115B95D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C992E3-35B2-4061-8590-7DB800A438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badi ExtraLight" panose="020B0204020104020204" pitchFamily="34" charset="0"/>
            </a:rPr>
            <a:t>2. Monitor failure-heavy device types, especially Defibrillators, Infusion Pumps, and X-Ray Machines.</a:t>
          </a:r>
        </a:p>
      </dgm:t>
    </dgm:pt>
    <dgm:pt modelId="{129957F3-DE28-4619-8AAA-B529581488A7}" type="parTrans" cxnId="{40E78DC9-5FD8-42BA-AC80-8DD8C554691D}">
      <dgm:prSet/>
      <dgm:spPr/>
      <dgm:t>
        <a:bodyPr/>
        <a:lstStyle/>
        <a:p>
          <a:endParaRPr lang="en-US"/>
        </a:p>
      </dgm:t>
    </dgm:pt>
    <dgm:pt modelId="{859931B3-036C-43AF-8008-312F171D3EE5}" type="sibTrans" cxnId="{40E78DC9-5FD8-42BA-AC80-8DD8C554691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312EC9-1BE3-48C5-9725-E4214980C0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badi ExtraLight" panose="020B0204020104020204" pitchFamily="34" charset="0"/>
            </a:rPr>
            <a:t>3. Review manufacturer-level maintenance cost trends, especially ScanPro.</a:t>
          </a:r>
        </a:p>
      </dgm:t>
    </dgm:pt>
    <dgm:pt modelId="{D2AA5265-C56C-4092-BCC5-4DB29232CE9D}" type="parTrans" cxnId="{171DB9D3-43C5-4376-85E6-B4D8288F7783}">
      <dgm:prSet/>
      <dgm:spPr/>
      <dgm:t>
        <a:bodyPr/>
        <a:lstStyle/>
        <a:p>
          <a:endParaRPr lang="en-US"/>
        </a:p>
      </dgm:t>
    </dgm:pt>
    <dgm:pt modelId="{D89EA761-620A-4E86-8F58-18E5305E8670}" type="sibTrans" cxnId="{171DB9D3-43C5-4376-85E6-B4D8288F77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701912-09C0-4C4F-B409-5BB79489E6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badi ExtraLight" panose="020B0204020104020204" pitchFamily="34" charset="0"/>
            </a:rPr>
            <a:t>4. Continue tracking financial expense categories alongside device maintenance burden.</a:t>
          </a:r>
        </a:p>
      </dgm:t>
    </dgm:pt>
    <dgm:pt modelId="{931EB532-282D-411C-A44A-C905C4A068CB}" type="parTrans" cxnId="{C60D733C-F0A1-418D-929C-156F010A27C1}">
      <dgm:prSet/>
      <dgm:spPr/>
      <dgm:t>
        <a:bodyPr/>
        <a:lstStyle/>
        <a:p>
          <a:endParaRPr lang="en-US"/>
        </a:p>
      </dgm:t>
    </dgm:pt>
    <dgm:pt modelId="{44B8DB71-050B-4B45-94FE-8A0D72B3FD46}" type="sibTrans" cxnId="{C60D733C-F0A1-418D-929C-156F010A27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0F7223-8C3B-4066-950A-4C3F2FAD08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badi ExtraLight" panose="020B0204020104020204" pitchFamily="34" charset="0"/>
            </a:rPr>
            <a:t>5. Use the Power BI dashboard as an operational monitoring tool for device risk and financial impact.</a:t>
          </a:r>
        </a:p>
      </dgm:t>
    </dgm:pt>
    <dgm:pt modelId="{8B837FB0-C06C-46B4-9A77-2E984189DEB4}" type="parTrans" cxnId="{9E0EA251-B460-47A0-9B22-E240522F5ECC}">
      <dgm:prSet/>
      <dgm:spPr/>
      <dgm:t>
        <a:bodyPr/>
        <a:lstStyle/>
        <a:p>
          <a:endParaRPr lang="en-US"/>
        </a:p>
      </dgm:t>
    </dgm:pt>
    <dgm:pt modelId="{52836BB3-8F45-451D-AE70-E2F290EA41ED}" type="sibTrans" cxnId="{9E0EA251-B460-47A0-9B22-E240522F5ECC}">
      <dgm:prSet/>
      <dgm:spPr/>
      <dgm:t>
        <a:bodyPr/>
        <a:lstStyle/>
        <a:p>
          <a:endParaRPr lang="en-US"/>
        </a:p>
      </dgm:t>
    </dgm:pt>
    <dgm:pt modelId="{EE50FA10-0623-464E-84E8-F46FD9779F5F}" type="pres">
      <dgm:prSet presAssocID="{B196FE6E-87E6-4D1E-97BF-734988C96116}" presName="root" presStyleCnt="0">
        <dgm:presLayoutVars>
          <dgm:dir/>
          <dgm:resizeHandles val="exact"/>
        </dgm:presLayoutVars>
      </dgm:prSet>
      <dgm:spPr/>
    </dgm:pt>
    <dgm:pt modelId="{B0A16AA9-339B-4621-9F8C-5F064F2AFA67}" type="pres">
      <dgm:prSet presAssocID="{B196FE6E-87E6-4D1E-97BF-734988C96116}" presName="container" presStyleCnt="0">
        <dgm:presLayoutVars>
          <dgm:dir/>
          <dgm:resizeHandles val="exact"/>
        </dgm:presLayoutVars>
      </dgm:prSet>
      <dgm:spPr/>
    </dgm:pt>
    <dgm:pt modelId="{0289D458-5744-49EC-9430-2E2472BB1C08}" type="pres">
      <dgm:prSet presAssocID="{BFD57A4B-2198-459C-8AF7-9D3942D3A576}" presName="compNode" presStyleCnt="0"/>
      <dgm:spPr/>
    </dgm:pt>
    <dgm:pt modelId="{836547F3-6F68-4BCB-BD0C-10530C0CE692}" type="pres">
      <dgm:prSet presAssocID="{BFD57A4B-2198-459C-8AF7-9D3942D3A576}" presName="iconBgRect" presStyleLbl="bgShp" presStyleIdx="0" presStyleCnt="5"/>
      <dgm:spPr/>
    </dgm:pt>
    <dgm:pt modelId="{FEB57D68-638E-41C1-9D99-C8FAF39A28D9}" type="pres">
      <dgm:prSet presAssocID="{BFD57A4B-2198-459C-8AF7-9D3942D3A57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5938A8C-3C6B-4FC7-B5D6-1952E57042E5}" type="pres">
      <dgm:prSet presAssocID="{BFD57A4B-2198-459C-8AF7-9D3942D3A576}" presName="spaceRect" presStyleCnt="0"/>
      <dgm:spPr/>
    </dgm:pt>
    <dgm:pt modelId="{3AFA3EE7-5F62-4F6B-82CC-AD470B187387}" type="pres">
      <dgm:prSet presAssocID="{BFD57A4B-2198-459C-8AF7-9D3942D3A576}" presName="textRect" presStyleLbl="revTx" presStyleIdx="0" presStyleCnt="5">
        <dgm:presLayoutVars>
          <dgm:chMax val="1"/>
          <dgm:chPref val="1"/>
        </dgm:presLayoutVars>
      </dgm:prSet>
      <dgm:spPr/>
    </dgm:pt>
    <dgm:pt modelId="{27D5BDC6-A3FB-42AE-826B-451AF1E459FC}" type="pres">
      <dgm:prSet presAssocID="{E081B53D-0702-4AB4-A0F2-F0ABAF7D3319}" presName="sibTrans" presStyleLbl="sibTrans2D1" presStyleIdx="0" presStyleCnt="0"/>
      <dgm:spPr/>
    </dgm:pt>
    <dgm:pt modelId="{7F751086-06C0-41B9-A16F-AF445C932D63}" type="pres">
      <dgm:prSet presAssocID="{3AC992E3-35B2-4061-8590-7DB800A438E5}" presName="compNode" presStyleCnt="0"/>
      <dgm:spPr/>
    </dgm:pt>
    <dgm:pt modelId="{0FB59522-BDF8-46C7-BD35-02212B3FA31D}" type="pres">
      <dgm:prSet presAssocID="{3AC992E3-35B2-4061-8590-7DB800A438E5}" presName="iconBgRect" presStyleLbl="bgShp" presStyleIdx="1" presStyleCnt="5"/>
      <dgm:spPr/>
    </dgm:pt>
    <dgm:pt modelId="{0E1EA24F-E6BA-4143-867D-CC3D30138064}" type="pres">
      <dgm:prSet presAssocID="{3AC992E3-35B2-4061-8590-7DB800A438E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C513C8DF-648F-4A36-879D-DE0994DB0211}" type="pres">
      <dgm:prSet presAssocID="{3AC992E3-35B2-4061-8590-7DB800A438E5}" presName="spaceRect" presStyleCnt="0"/>
      <dgm:spPr/>
    </dgm:pt>
    <dgm:pt modelId="{BC3EFCFB-3F0D-4EB7-838B-CBEAAC323B10}" type="pres">
      <dgm:prSet presAssocID="{3AC992E3-35B2-4061-8590-7DB800A438E5}" presName="textRect" presStyleLbl="revTx" presStyleIdx="1" presStyleCnt="5">
        <dgm:presLayoutVars>
          <dgm:chMax val="1"/>
          <dgm:chPref val="1"/>
        </dgm:presLayoutVars>
      </dgm:prSet>
      <dgm:spPr/>
    </dgm:pt>
    <dgm:pt modelId="{0A1A4971-A40A-4D5F-AAA0-FEF14A08662B}" type="pres">
      <dgm:prSet presAssocID="{859931B3-036C-43AF-8008-312F171D3EE5}" presName="sibTrans" presStyleLbl="sibTrans2D1" presStyleIdx="0" presStyleCnt="0"/>
      <dgm:spPr/>
    </dgm:pt>
    <dgm:pt modelId="{FC38EC56-CE77-4BBF-8322-1D3D4217714D}" type="pres">
      <dgm:prSet presAssocID="{2C312EC9-1BE3-48C5-9725-E4214980C0B7}" presName="compNode" presStyleCnt="0"/>
      <dgm:spPr/>
    </dgm:pt>
    <dgm:pt modelId="{B0C5DD36-398E-44FE-B8D6-8BEE48662C2D}" type="pres">
      <dgm:prSet presAssocID="{2C312EC9-1BE3-48C5-9725-E4214980C0B7}" presName="iconBgRect" presStyleLbl="bgShp" presStyleIdx="2" presStyleCnt="5"/>
      <dgm:spPr/>
    </dgm:pt>
    <dgm:pt modelId="{6ABFF974-1132-4B6A-809D-AB510C762EAC}" type="pres">
      <dgm:prSet presAssocID="{2C312EC9-1BE3-48C5-9725-E4214980C0B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85DC6E2F-8ED0-45F5-AB32-5BAB67D01C1C}" type="pres">
      <dgm:prSet presAssocID="{2C312EC9-1BE3-48C5-9725-E4214980C0B7}" presName="spaceRect" presStyleCnt="0"/>
      <dgm:spPr/>
    </dgm:pt>
    <dgm:pt modelId="{3298B116-2192-411C-856D-9D4657E9FA99}" type="pres">
      <dgm:prSet presAssocID="{2C312EC9-1BE3-48C5-9725-E4214980C0B7}" presName="textRect" presStyleLbl="revTx" presStyleIdx="2" presStyleCnt="5">
        <dgm:presLayoutVars>
          <dgm:chMax val="1"/>
          <dgm:chPref val="1"/>
        </dgm:presLayoutVars>
      </dgm:prSet>
      <dgm:spPr/>
    </dgm:pt>
    <dgm:pt modelId="{6EF7E2D6-EE54-4B40-9751-91B6508BADD5}" type="pres">
      <dgm:prSet presAssocID="{D89EA761-620A-4E86-8F58-18E5305E8670}" presName="sibTrans" presStyleLbl="sibTrans2D1" presStyleIdx="0" presStyleCnt="0"/>
      <dgm:spPr/>
    </dgm:pt>
    <dgm:pt modelId="{E0795EFC-3963-41F2-82A4-9703F818B6E4}" type="pres">
      <dgm:prSet presAssocID="{86701912-09C0-4C4F-B409-5BB79489E696}" presName="compNode" presStyleCnt="0"/>
      <dgm:spPr/>
    </dgm:pt>
    <dgm:pt modelId="{546C13D6-DC8D-4792-A402-C7D4BBC8981D}" type="pres">
      <dgm:prSet presAssocID="{86701912-09C0-4C4F-B409-5BB79489E696}" presName="iconBgRect" presStyleLbl="bgShp" presStyleIdx="3" presStyleCnt="5"/>
      <dgm:spPr/>
    </dgm:pt>
    <dgm:pt modelId="{7304AE0C-A03E-47BB-ABEC-37C762AD84C6}" type="pres">
      <dgm:prSet presAssocID="{86701912-09C0-4C4F-B409-5BB79489E69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3C956120-E33F-48DD-8DAD-E2B3B63EB265}" type="pres">
      <dgm:prSet presAssocID="{86701912-09C0-4C4F-B409-5BB79489E696}" presName="spaceRect" presStyleCnt="0"/>
      <dgm:spPr/>
    </dgm:pt>
    <dgm:pt modelId="{F53B6FF3-E1DC-48AB-9E02-13FD721F48A2}" type="pres">
      <dgm:prSet presAssocID="{86701912-09C0-4C4F-B409-5BB79489E696}" presName="textRect" presStyleLbl="revTx" presStyleIdx="3" presStyleCnt="5">
        <dgm:presLayoutVars>
          <dgm:chMax val="1"/>
          <dgm:chPref val="1"/>
        </dgm:presLayoutVars>
      </dgm:prSet>
      <dgm:spPr/>
    </dgm:pt>
    <dgm:pt modelId="{4AE68344-0DF0-4560-9C7B-3496EFB499FF}" type="pres">
      <dgm:prSet presAssocID="{44B8DB71-050B-4B45-94FE-8A0D72B3FD46}" presName="sibTrans" presStyleLbl="sibTrans2D1" presStyleIdx="0" presStyleCnt="0"/>
      <dgm:spPr/>
    </dgm:pt>
    <dgm:pt modelId="{95FE9553-007E-4925-B4BB-B9D5C82FC535}" type="pres">
      <dgm:prSet presAssocID="{E30F7223-8C3B-4066-950A-4C3F2FAD08D9}" presName="compNode" presStyleCnt="0"/>
      <dgm:spPr/>
    </dgm:pt>
    <dgm:pt modelId="{498EEDE5-ED0B-4137-87C3-5C1C330CD9D4}" type="pres">
      <dgm:prSet presAssocID="{E30F7223-8C3B-4066-950A-4C3F2FAD08D9}" presName="iconBgRect" presStyleLbl="bgShp" presStyleIdx="4" presStyleCnt="5"/>
      <dgm:spPr/>
    </dgm:pt>
    <dgm:pt modelId="{A5B6987E-FA1E-4D77-A88B-35D1334B21F2}" type="pres">
      <dgm:prSet presAssocID="{E30F7223-8C3B-4066-950A-4C3F2FAD08D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192A3C1-34B0-4CB2-A299-16B8D91C7B74}" type="pres">
      <dgm:prSet presAssocID="{E30F7223-8C3B-4066-950A-4C3F2FAD08D9}" presName="spaceRect" presStyleCnt="0"/>
      <dgm:spPr/>
    </dgm:pt>
    <dgm:pt modelId="{71E4507D-0276-47BA-85B6-3E04ECD56103}" type="pres">
      <dgm:prSet presAssocID="{E30F7223-8C3B-4066-950A-4C3F2FAD08D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4FDD612-D045-4470-980C-0A0DAADF10CF}" type="presOf" srcId="{3AC992E3-35B2-4061-8590-7DB800A438E5}" destId="{BC3EFCFB-3F0D-4EB7-838B-CBEAAC323B10}" srcOrd="0" destOrd="0" presId="urn:microsoft.com/office/officeart/2018/2/layout/IconCircleList"/>
    <dgm:cxn modelId="{FA4CCD19-7FAE-4832-9698-F363EB75C7AA}" type="presOf" srcId="{BFD57A4B-2198-459C-8AF7-9D3942D3A576}" destId="{3AFA3EE7-5F62-4F6B-82CC-AD470B187387}" srcOrd="0" destOrd="0" presId="urn:microsoft.com/office/officeart/2018/2/layout/IconCircleList"/>
    <dgm:cxn modelId="{C60D733C-F0A1-418D-929C-156F010A27C1}" srcId="{B196FE6E-87E6-4D1E-97BF-734988C96116}" destId="{86701912-09C0-4C4F-B409-5BB79489E696}" srcOrd="3" destOrd="0" parTransId="{931EB532-282D-411C-A44A-C905C4A068CB}" sibTransId="{44B8DB71-050B-4B45-94FE-8A0D72B3FD46}"/>
    <dgm:cxn modelId="{5CECBC62-E2CB-4664-9026-19ABBF08B174}" type="presOf" srcId="{D89EA761-620A-4E86-8F58-18E5305E8670}" destId="{6EF7E2D6-EE54-4B40-9751-91B6508BADD5}" srcOrd="0" destOrd="0" presId="urn:microsoft.com/office/officeart/2018/2/layout/IconCircleList"/>
    <dgm:cxn modelId="{25E06669-6E8B-4112-8F5D-5970CF6AAB45}" type="presOf" srcId="{2C312EC9-1BE3-48C5-9725-E4214980C0B7}" destId="{3298B116-2192-411C-856D-9D4657E9FA99}" srcOrd="0" destOrd="0" presId="urn:microsoft.com/office/officeart/2018/2/layout/IconCircleList"/>
    <dgm:cxn modelId="{9E0EA251-B460-47A0-9B22-E240522F5ECC}" srcId="{B196FE6E-87E6-4D1E-97BF-734988C96116}" destId="{E30F7223-8C3B-4066-950A-4C3F2FAD08D9}" srcOrd="4" destOrd="0" parTransId="{8B837FB0-C06C-46B4-9A77-2E984189DEB4}" sibTransId="{52836BB3-8F45-451D-AE70-E2F290EA41ED}"/>
    <dgm:cxn modelId="{7DF43552-8656-4E5D-AC93-BFC115B95DB8}" srcId="{B196FE6E-87E6-4D1E-97BF-734988C96116}" destId="{BFD57A4B-2198-459C-8AF7-9D3942D3A576}" srcOrd="0" destOrd="0" parTransId="{3722AAE8-45DF-4FEB-81B3-71438312D7BF}" sibTransId="{E081B53D-0702-4AB4-A0F2-F0ABAF7D3319}"/>
    <dgm:cxn modelId="{35D1B881-3D15-40AB-917E-2F172B02AAD9}" type="presOf" srcId="{86701912-09C0-4C4F-B409-5BB79489E696}" destId="{F53B6FF3-E1DC-48AB-9E02-13FD721F48A2}" srcOrd="0" destOrd="0" presId="urn:microsoft.com/office/officeart/2018/2/layout/IconCircleList"/>
    <dgm:cxn modelId="{A1C6C886-113B-44BB-B4C7-52B659E5415F}" type="presOf" srcId="{B196FE6E-87E6-4D1E-97BF-734988C96116}" destId="{EE50FA10-0623-464E-84E8-F46FD9779F5F}" srcOrd="0" destOrd="0" presId="urn:microsoft.com/office/officeart/2018/2/layout/IconCircleList"/>
    <dgm:cxn modelId="{9821739D-C857-40B8-8ACB-CEF3020B5D97}" type="presOf" srcId="{E081B53D-0702-4AB4-A0F2-F0ABAF7D3319}" destId="{27D5BDC6-A3FB-42AE-826B-451AF1E459FC}" srcOrd="0" destOrd="0" presId="urn:microsoft.com/office/officeart/2018/2/layout/IconCircleList"/>
    <dgm:cxn modelId="{5CD3F5B1-9DD3-4679-8A63-25B70B9172C4}" type="presOf" srcId="{44B8DB71-050B-4B45-94FE-8A0D72B3FD46}" destId="{4AE68344-0DF0-4560-9C7B-3496EFB499FF}" srcOrd="0" destOrd="0" presId="urn:microsoft.com/office/officeart/2018/2/layout/IconCircleList"/>
    <dgm:cxn modelId="{40E78DC9-5FD8-42BA-AC80-8DD8C554691D}" srcId="{B196FE6E-87E6-4D1E-97BF-734988C96116}" destId="{3AC992E3-35B2-4061-8590-7DB800A438E5}" srcOrd="1" destOrd="0" parTransId="{129957F3-DE28-4619-8AAA-B529581488A7}" sibTransId="{859931B3-036C-43AF-8008-312F171D3EE5}"/>
    <dgm:cxn modelId="{171DB9D3-43C5-4376-85E6-B4D8288F7783}" srcId="{B196FE6E-87E6-4D1E-97BF-734988C96116}" destId="{2C312EC9-1BE3-48C5-9725-E4214980C0B7}" srcOrd="2" destOrd="0" parTransId="{D2AA5265-C56C-4092-BCC5-4DB29232CE9D}" sibTransId="{D89EA761-620A-4E86-8F58-18E5305E8670}"/>
    <dgm:cxn modelId="{9FDD58DE-3574-4BD5-81A4-387A27924A75}" type="presOf" srcId="{859931B3-036C-43AF-8008-312F171D3EE5}" destId="{0A1A4971-A40A-4D5F-AAA0-FEF14A08662B}" srcOrd="0" destOrd="0" presId="urn:microsoft.com/office/officeart/2018/2/layout/IconCircleList"/>
    <dgm:cxn modelId="{EEE3BFDF-EDA0-45F9-91DE-CF7CB3B6DF3E}" type="presOf" srcId="{E30F7223-8C3B-4066-950A-4C3F2FAD08D9}" destId="{71E4507D-0276-47BA-85B6-3E04ECD56103}" srcOrd="0" destOrd="0" presId="urn:microsoft.com/office/officeart/2018/2/layout/IconCircleList"/>
    <dgm:cxn modelId="{644E5E39-9450-4084-BC01-E9978F09DD32}" type="presParOf" srcId="{EE50FA10-0623-464E-84E8-F46FD9779F5F}" destId="{B0A16AA9-339B-4621-9F8C-5F064F2AFA67}" srcOrd="0" destOrd="0" presId="urn:microsoft.com/office/officeart/2018/2/layout/IconCircleList"/>
    <dgm:cxn modelId="{4B101DFC-916D-4608-94FF-FEA52EB01886}" type="presParOf" srcId="{B0A16AA9-339B-4621-9F8C-5F064F2AFA67}" destId="{0289D458-5744-49EC-9430-2E2472BB1C08}" srcOrd="0" destOrd="0" presId="urn:microsoft.com/office/officeart/2018/2/layout/IconCircleList"/>
    <dgm:cxn modelId="{E6F3139D-409E-4A11-92DA-E273A9A663E9}" type="presParOf" srcId="{0289D458-5744-49EC-9430-2E2472BB1C08}" destId="{836547F3-6F68-4BCB-BD0C-10530C0CE692}" srcOrd="0" destOrd="0" presId="urn:microsoft.com/office/officeart/2018/2/layout/IconCircleList"/>
    <dgm:cxn modelId="{86C314AD-0E32-4F12-8BDC-8C1BCFD34C32}" type="presParOf" srcId="{0289D458-5744-49EC-9430-2E2472BB1C08}" destId="{FEB57D68-638E-41C1-9D99-C8FAF39A28D9}" srcOrd="1" destOrd="0" presId="urn:microsoft.com/office/officeart/2018/2/layout/IconCircleList"/>
    <dgm:cxn modelId="{D87959FF-B2CC-4B27-830E-EF7D86DE7E41}" type="presParOf" srcId="{0289D458-5744-49EC-9430-2E2472BB1C08}" destId="{D5938A8C-3C6B-4FC7-B5D6-1952E57042E5}" srcOrd="2" destOrd="0" presId="urn:microsoft.com/office/officeart/2018/2/layout/IconCircleList"/>
    <dgm:cxn modelId="{773C692F-2521-44BD-B84B-20B75B5919A9}" type="presParOf" srcId="{0289D458-5744-49EC-9430-2E2472BB1C08}" destId="{3AFA3EE7-5F62-4F6B-82CC-AD470B187387}" srcOrd="3" destOrd="0" presId="urn:microsoft.com/office/officeart/2018/2/layout/IconCircleList"/>
    <dgm:cxn modelId="{BA54F1F2-E885-4D7B-A1D7-DC4E33112F49}" type="presParOf" srcId="{B0A16AA9-339B-4621-9F8C-5F064F2AFA67}" destId="{27D5BDC6-A3FB-42AE-826B-451AF1E459FC}" srcOrd="1" destOrd="0" presId="urn:microsoft.com/office/officeart/2018/2/layout/IconCircleList"/>
    <dgm:cxn modelId="{E56F1B81-5FF5-4FB3-A8BE-48D00B5F6E43}" type="presParOf" srcId="{B0A16AA9-339B-4621-9F8C-5F064F2AFA67}" destId="{7F751086-06C0-41B9-A16F-AF445C932D63}" srcOrd="2" destOrd="0" presId="urn:microsoft.com/office/officeart/2018/2/layout/IconCircleList"/>
    <dgm:cxn modelId="{C4C9DEBF-CF83-4346-9DAE-160ABF4E6576}" type="presParOf" srcId="{7F751086-06C0-41B9-A16F-AF445C932D63}" destId="{0FB59522-BDF8-46C7-BD35-02212B3FA31D}" srcOrd="0" destOrd="0" presId="urn:microsoft.com/office/officeart/2018/2/layout/IconCircleList"/>
    <dgm:cxn modelId="{D42DC38D-537A-4C18-AF04-7DA86E9F6443}" type="presParOf" srcId="{7F751086-06C0-41B9-A16F-AF445C932D63}" destId="{0E1EA24F-E6BA-4143-867D-CC3D30138064}" srcOrd="1" destOrd="0" presId="urn:microsoft.com/office/officeart/2018/2/layout/IconCircleList"/>
    <dgm:cxn modelId="{313D5347-1B9C-4BE6-A134-4B7E120A6315}" type="presParOf" srcId="{7F751086-06C0-41B9-A16F-AF445C932D63}" destId="{C513C8DF-648F-4A36-879D-DE0994DB0211}" srcOrd="2" destOrd="0" presId="urn:microsoft.com/office/officeart/2018/2/layout/IconCircleList"/>
    <dgm:cxn modelId="{8A5F283C-8D65-4D61-989A-042C558AA682}" type="presParOf" srcId="{7F751086-06C0-41B9-A16F-AF445C932D63}" destId="{BC3EFCFB-3F0D-4EB7-838B-CBEAAC323B10}" srcOrd="3" destOrd="0" presId="urn:microsoft.com/office/officeart/2018/2/layout/IconCircleList"/>
    <dgm:cxn modelId="{F170E764-6A9D-495B-AC4C-4B0E6EECA082}" type="presParOf" srcId="{B0A16AA9-339B-4621-9F8C-5F064F2AFA67}" destId="{0A1A4971-A40A-4D5F-AAA0-FEF14A08662B}" srcOrd="3" destOrd="0" presId="urn:microsoft.com/office/officeart/2018/2/layout/IconCircleList"/>
    <dgm:cxn modelId="{19FE2605-3B5F-4B50-A2AA-519D4B627096}" type="presParOf" srcId="{B0A16AA9-339B-4621-9F8C-5F064F2AFA67}" destId="{FC38EC56-CE77-4BBF-8322-1D3D4217714D}" srcOrd="4" destOrd="0" presId="urn:microsoft.com/office/officeart/2018/2/layout/IconCircleList"/>
    <dgm:cxn modelId="{8419753C-5576-42A9-A4BA-82DBA282FEAC}" type="presParOf" srcId="{FC38EC56-CE77-4BBF-8322-1D3D4217714D}" destId="{B0C5DD36-398E-44FE-B8D6-8BEE48662C2D}" srcOrd="0" destOrd="0" presId="urn:microsoft.com/office/officeart/2018/2/layout/IconCircleList"/>
    <dgm:cxn modelId="{8BCFAE53-C117-48B8-9778-EACAD5156377}" type="presParOf" srcId="{FC38EC56-CE77-4BBF-8322-1D3D4217714D}" destId="{6ABFF974-1132-4B6A-809D-AB510C762EAC}" srcOrd="1" destOrd="0" presId="urn:microsoft.com/office/officeart/2018/2/layout/IconCircleList"/>
    <dgm:cxn modelId="{EA8757B0-C221-4A73-B961-53612F174D1B}" type="presParOf" srcId="{FC38EC56-CE77-4BBF-8322-1D3D4217714D}" destId="{85DC6E2F-8ED0-45F5-AB32-5BAB67D01C1C}" srcOrd="2" destOrd="0" presId="urn:microsoft.com/office/officeart/2018/2/layout/IconCircleList"/>
    <dgm:cxn modelId="{9D0EDC64-2D85-4759-B963-FF91F78DD38A}" type="presParOf" srcId="{FC38EC56-CE77-4BBF-8322-1D3D4217714D}" destId="{3298B116-2192-411C-856D-9D4657E9FA99}" srcOrd="3" destOrd="0" presId="urn:microsoft.com/office/officeart/2018/2/layout/IconCircleList"/>
    <dgm:cxn modelId="{E513CACB-3051-4642-BF4B-B04D2C7CC915}" type="presParOf" srcId="{B0A16AA9-339B-4621-9F8C-5F064F2AFA67}" destId="{6EF7E2D6-EE54-4B40-9751-91B6508BADD5}" srcOrd="5" destOrd="0" presId="urn:microsoft.com/office/officeart/2018/2/layout/IconCircleList"/>
    <dgm:cxn modelId="{A3B18A7B-468F-4560-BD14-62DB19D0D401}" type="presParOf" srcId="{B0A16AA9-339B-4621-9F8C-5F064F2AFA67}" destId="{E0795EFC-3963-41F2-82A4-9703F818B6E4}" srcOrd="6" destOrd="0" presId="urn:microsoft.com/office/officeart/2018/2/layout/IconCircleList"/>
    <dgm:cxn modelId="{24AC11E0-4EA3-4C7F-8C82-8E48CA0EACC9}" type="presParOf" srcId="{E0795EFC-3963-41F2-82A4-9703F818B6E4}" destId="{546C13D6-DC8D-4792-A402-C7D4BBC8981D}" srcOrd="0" destOrd="0" presId="urn:microsoft.com/office/officeart/2018/2/layout/IconCircleList"/>
    <dgm:cxn modelId="{C503056D-52F5-4B9C-BD3A-7A9B33656951}" type="presParOf" srcId="{E0795EFC-3963-41F2-82A4-9703F818B6E4}" destId="{7304AE0C-A03E-47BB-ABEC-37C762AD84C6}" srcOrd="1" destOrd="0" presId="urn:microsoft.com/office/officeart/2018/2/layout/IconCircleList"/>
    <dgm:cxn modelId="{DC9D23F6-ADD7-4255-AD15-446ACADDE92B}" type="presParOf" srcId="{E0795EFC-3963-41F2-82A4-9703F818B6E4}" destId="{3C956120-E33F-48DD-8DAD-E2B3B63EB265}" srcOrd="2" destOrd="0" presId="urn:microsoft.com/office/officeart/2018/2/layout/IconCircleList"/>
    <dgm:cxn modelId="{3D7DE070-2378-4C81-9EB0-60798E9BF545}" type="presParOf" srcId="{E0795EFC-3963-41F2-82A4-9703F818B6E4}" destId="{F53B6FF3-E1DC-48AB-9E02-13FD721F48A2}" srcOrd="3" destOrd="0" presId="urn:microsoft.com/office/officeart/2018/2/layout/IconCircleList"/>
    <dgm:cxn modelId="{1001114E-7DBF-4AFE-B9EB-089B93DE1FFC}" type="presParOf" srcId="{B0A16AA9-339B-4621-9F8C-5F064F2AFA67}" destId="{4AE68344-0DF0-4560-9C7B-3496EFB499FF}" srcOrd="7" destOrd="0" presId="urn:microsoft.com/office/officeart/2018/2/layout/IconCircleList"/>
    <dgm:cxn modelId="{6A30D33D-9119-4DA6-88B5-9646F5E48DC8}" type="presParOf" srcId="{B0A16AA9-339B-4621-9F8C-5F064F2AFA67}" destId="{95FE9553-007E-4925-B4BB-B9D5C82FC535}" srcOrd="8" destOrd="0" presId="urn:microsoft.com/office/officeart/2018/2/layout/IconCircleList"/>
    <dgm:cxn modelId="{DA416464-A07F-4C6B-8975-1E8ADEB1A0BD}" type="presParOf" srcId="{95FE9553-007E-4925-B4BB-B9D5C82FC535}" destId="{498EEDE5-ED0B-4137-87C3-5C1C330CD9D4}" srcOrd="0" destOrd="0" presId="urn:microsoft.com/office/officeart/2018/2/layout/IconCircleList"/>
    <dgm:cxn modelId="{92C96E4C-CAFB-468E-BF74-7E05DB71B8BE}" type="presParOf" srcId="{95FE9553-007E-4925-B4BB-B9D5C82FC535}" destId="{A5B6987E-FA1E-4D77-A88B-35D1334B21F2}" srcOrd="1" destOrd="0" presId="urn:microsoft.com/office/officeart/2018/2/layout/IconCircleList"/>
    <dgm:cxn modelId="{8BDA8E11-CBF8-4868-ABDC-762B8C187F62}" type="presParOf" srcId="{95FE9553-007E-4925-B4BB-B9D5C82FC535}" destId="{B192A3C1-34B0-4CB2-A299-16B8D91C7B74}" srcOrd="2" destOrd="0" presId="urn:microsoft.com/office/officeart/2018/2/layout/IconCircleList"/>
    <dgm:cxn modelId="{CC10CCE8-D817-4F2C-B490-583A69558773}" type="presParOf" srcId="{95FE9553-007E-4925-B4BB-B9D5C82FC535}" destId="{71E4507D-0276-47BA-85B6-3E04ECD5610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FD4E2-05A6-4117-9821-77D9F2071D19}">
      <dsp:nvSpPr>
        <dsp:cNvPr id="0" name=""/>
        <dsp:cNvSpPr/>
      </dsp:nvSpPr>
      <dsp:spPr>
        <a:xfrm>
          <a:off x="957719" y="188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Total Devices: 4,149</a:t>
          </a:r>
        </a:p>
      </dsp:txBody>
      <dsp:txXfrm>
        <a:off x="985547" y="28016"/>
        <a:ext cx="1021778" cy="514403"/>
      </dsp:txXfrm>
    </dsp:sp>
    <dsp:sp modelId="{6ACFE102-C431-4AF6-92E5-D918E91B4754}">
      <dsp:nvSpPr>
        <dsp:cNvPr id="0" name=""/>
        <dsp:cNvSpPr/>
      </dsp:nvSpPr>
      <dsp:spPr>
        <a:xfrm>
          <a:off x="957719" y="598751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Total Failure Events: 8,123</a:t>
          </a:r>
        </a:p>
      </dsp:txBody>
      <dsp:txXfrm>
        <a:off x="985547" y="626579"/>
        <a:ext cx="1021778" cy="514403"/>
      </dsp:txXfrm>
    </dsp:sp>
    <dsp:sp modelId="{BDBB0795-A22C-4EE0-9959-6EE5BCDA65C9}">
      <dsp:nvSpPr>
        <dsp:cNvPr id="0" name=""/>
        <dsp:cNvSpPr/>
      </dsp:nvSpPr>
      <dsp:spPr>
        <a:xfrm>
          <a:off x="957719" y="1197313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Avg Downtime: 10.62 hours</a:t>
          </a:r>
        </a:p>
      </dsp:txBody>
      <dsp:txXfrm>
        <a:off x="985547" y="1225141"/>
        <a:ext cx="1021778" cy="514403"/>
      </dsp:txXfrm>
    </dsp:sp>
    <dsp:sp modelId="{35FC145B-CE20-4842-8E9E-AB33BBB0FADA}">
      <dsp:nvSpPr>
        <dsp:cNvPr id="0" name=""/>
        <dsp:cNvSpPr/>
      </dsp:nvSpPr>
      <dsp:spPr>
        <a:xfrm>
          <a:off x="957719" y="1795876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Total Maintenance Cost: $36.1M</a:t>
          </a:r>
        </a:p>
      </dsp:txBody>
      <dsp:txXfrm>
        <a:off x="985547" y="1823704"/>
        <a:ext cx="1021778" cy="514403"/>
      </dsp:txXfrm>
    </dsp:sp>
    <dsp:sp modelId="{B95079F2-BB62-4B90-BF92-AF0F4804A81B}">
      <dsp:nvSpPr>
        <dsp:cNvPr id="0" name=""/>
        <dsp:cNvSpPr/>
      </dsp:nvSpPr>
      <dsp:spPr>
        <a:xfrm>
          <a:off x="957719" y="2394438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High-Risk Devices: 357</a:t>
          </a:r>
        </a:p>
      </dsp:txBody>
      <dsp:txXfrm>
        <a:off x="985547" y="2422266"/>
        <a:ext cx="1021778" cy="514403"/>
      </dsp:txXfrm>
    </dsp:sp>
    <dsp:sp modelId="{41B6BD96-65F4-49F5-B27A-6EB781FD41CB}">
      <dsp:nvSpPr>
        <dsp:cNvPr id="0" name=""/>
        <dsp:cNvSpPr/>
      </dsp:nvSpPr>
      <dsp:spPr>
        <a:xfrm>
          <a:off x="957719" y="2993001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Replacement Review Devices: 1,054</a:t>
          </a:r>
        </a:p>
      </dsp:txBody>
      <dsp:txXfrm>
        <a:off x="985547" y="3020829"/>
        <a:ext cx="1021778" cy="514403"/>
      </dsp:txXfrm>
    </dsp:sp>
    <dsp:sp modelId="{C48F77CC-C05D-48F0-9E85-C29345B6D5A1}">
      <dsp:nvSpPr>
        <dsp:cNvPr id="0" name=""/>
        <dsp:cNvSpPr/>
      </dsp:nvSpPr>
      <dsp:spPr>
        <a:xfrm>
          <a:off x="957719" y="3591564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Total Financial Expenses: $12.4M</a:t>
          </a:r>
        </a:p>
      </dsp:txBody>
      <dsp:txXfrm>
        <a:off x="985547" y="3619392"/>
        <a:ext cx="1021778" cy="514403"/>
      </dsp:txXfrm>
    </dsp:sp>
    <dsp:sp modelId="{DE06F4BD-CE34-4456-B33B-9986819CA2D4}">
      <dsp:nvSpPr>
        <dsp:cNvPr id="0" name=""/>
        <dsp:cNvSpPr/>
      </dsp:nvSpPr>
      <dsp:spPr>
        <a:xfrm>
          <a:off x="957719" y="4190126"/>
          <a:ext cx="1077434" cy="5700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badi ExtraLight" panose="020B0204020104020204" pitchFamily="34" charset="0"/>
            </a:rPr>
            <a:t>Top Expense Category: Staffing</a:t>
          </a:r>
        </a:p>
      </dsp:txBody>
      <dsp:txXfrm>
        <a:off x="985547" y="4217954"/>
        <a:ext cx="1021778" cy="5144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547F3-6F68-4BCB-BD0C-10530C0CE692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57D68-638E-41C1-9D99-C8FAF39A28D9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A3EE7-5F62-4F6B-82CC-AD470B187387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Light" panose="020B0204020104020204" pitchFamily="34" charset="0"/>
            </a:rPr>
            <a:t>1. Prioritize replacement review devices with high downtime and high maintenance cost.</a:t>
          </a:r>
        </a:p>
      </dsp:txBody>
      <dsp:txXfrm>
        <a:off x="1312541" y="828340"/>
        <a:ext cx="2148945" cy="911674"/>
      </dsp:txXfrm>
    </dsp:sp>
    <dsp:sp modelId="{0FB59522-BDF8-46C7-BD35-02212B3FA31D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EA24F-E6BA-4143-867D-CC3D30138064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EFCFB-3F0D-4EB7-838B-CBEAAC323B10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Light" panose="020B0204020104020204" pitchFamily="34" charset="0"/>
            </a:rPr>
            <a:t>2. Monitor failure-heavy device types, especially Defibrillators, Infusion Pumps, and X-Ray Machines.</a:t>
          </a:r>
        </a:p>
      </dsp:txBody>
      <dsp:txXfrm>
        <a:off x="4942957" y="828340"/>
        <a:ext cx="2148945" cy="911674"/>
      </dsp:txXfrm>
    </dsp:sp>
    <dsp:sp modelId="{B0C5DD36-398E-44FE-B8D6-8BEE48662C2D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FF974-1132-4B6A-809D-AB510C762EAC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8B116-2192-411C-856D-9D4657E9FA99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Light" panose="020B0204020104020204" pitchFamily="34" charset="0"/>
            </a:rPr>
            <a:t>3. Review manufacturer-level maintenance cost trends, especially ScanPro.</a:t>
          </a:r>
        </a:p>
      </dsp:txBody>
      <dsp:txXfrm>
        <a:off x="8573374" y="828340"/>
        <a:ext cx="2148945" cy="911674"/>
      </dsp:txXfrm>
    </dsp:sp>
    <dsp:sp modelId="{546C13D6-DC8D-4792-A402-C7D4BBC8981D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4AE0C-A03E-47BB-ABEC-37C762AD84C6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B6FF3-E1DC-48AB-9E02-13FD721F48A2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Light" panose="020B0204020104020204" pitchFamily="34" charset="0"/>
            </a:rPr>
            <a:t>4. Continue tracking financial expense categories alongside device maintenance burden.</a:t>
          </a:r>
        </a:p>
      </dsp:txBody>
      <dsp:txXfrm>
        <a:off x="1312541" y="2452790"/>
        <a:ext cx="2148945" cy="911674"/>
      </dsp:txXfrm>
    </dsp:sp>
    <dsp:sp modelId="{498EEDE5-ED0B-4137-87C3-5C1C330CD9D4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B6987E-FA1E-4D77-A88B-35D1334B21F2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4507D-0276-47BA-85B6-3E04ECD56103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Light" panose="020B0204020104020204" pitchFamily="34" charset="0"/>
            </a:rPr>
            <a:t>5. Use the Power BI dashboard as an operational monitoring tool for device risk and financial impact.</a:t>
          </a:r>
        </a:p>
      </dsp:txBody>
      <dsp:txXfrm>
        <a:off x="4942957" y="2452790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B569-14CE-CBAA-3368-6C797C694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3BCBB-EB20-6658-09A7-C7A16CDFB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E2383-8B68-9804-748E-3A8697E3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41A6-AB17-2959-05AF-D6DFC634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ACEF1-6259-DAD7-CF43-C8082A3B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11CD-90CD-5D46-E549-98DECFA6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C394-9DF8-63CA-4A67-6B89CBDC1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FA807-6027-5D32-1F5A-E917DF7A7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6BBC9-5E33-1FC7-4BD1-62B899C5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F01DD-8A69-AC5B-1238-3FA63ACF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7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F7E1-9F10-C97E-422D-32D990FC1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953A5-02B4-7F80-0EA0-6315F8FC0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E5EAA-1CC9-7590-75EB-9113C362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6C364-1CA6-6A54-BAE7-AFDC98E6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D1DA6-D7B1-4AF3-29A0-33E0CC48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6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7D93-0196-F2FC-727A-05A359BD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B27D0-5F02-B0A6-193F-CDF335344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768CD-880D-BE23-9CD8-2EE7489CC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71487-1481-8E54-34E5-AD915508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B66CE-A9BD-9BED-0B1D-6DF38C5A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64549-E78F-6A2F-39D8-F19C9C6B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6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3735-2DA5-352C-76F7-E6923010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8CE77-CB82-96B2-00D7-AA6BE7881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00DF5-EAF7-3433-9F6F-BE64129C3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6ADC-3BCD-970C-AA60-D05DCE123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79B1C-3FC0-4787-0EF3-6BBDED28A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3E676-82BF-B52A-8074-34A72A84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74AB4-7A3C-BAD5-D504-6597E370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72FFA-F122-3F60-AF40-518A28E4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3771B-BF7B-2A77-82D6-D335A12A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DB4007-9C3C-B55D-11F4-E4AF150F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C49E4-65BE-A7D0-6673-798485C3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F2162-8EAC-0662-A0C3-EB75C174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1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2E4766-B795-FF39-69C8-7C935F39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14950-60AD-9AAB-C759-68953F4E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B41DD-BA1D-3718-7E35-E13BD852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9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E8C2-D4BB-FEE6-A566-AA9AF5DF0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B54E5-1957-3940-CF49-91DD34D79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9159F-BF12-9774-7275-CA380BBA6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3ADDF-58B1-9D3E-331A-77F601C71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4AC2A-6BC9-1DEF-4E89-9BAFC39D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3FE4F-4AAB-C5CA-97EF-0F9722C1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4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1126-1D6B-B36E-DFDA-0E3C02B5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50FF6C-2567-04EC-E163-FE91C1311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78F61-E39F-04B6-8BC6-97EC86F71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15C5B-0DD5-E439-A0DE-2CAB6918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5E459-93EF-F015-39B4-961214DA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5E36B-5E7F-161F-FDB6-38098894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7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28356-27C3-1130-3D42-3F972B42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B4745-8012-1DBE-3FBE-09D1D2832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48390-2664-29DE-8CA9-742C7BA5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6FE0-C367-DFAC-B3C8-244CA5FA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67B5-3DEB-ECBD-8DA8-374678CA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3495F-9C82-07E7-782E-FD121DEBF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7D011-50F4-5AF6-6627-3BB6555A8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F2440-2619-98FA-D77F-4B565E4A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4A5D3-1CD8-5E50-6DB6-60FABB85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6EC53-928E-BF93-ACED-BF5D4C58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5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1B9F9F-6384-CD84-B3B0-D772CC28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5B427-B85A-BFEA-ED1D-F04AE77A3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C64A4-64B0-91D6-5DCF-4C06026C6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B66A3-F456-4C5F-A0CE-E6A9960A073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2DD76-A5C2-585F-1587-0C4824F6E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538D6-D8AE-CA42-2FC3-167FF9E3E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E1BAD-B564-4B4B-B391-69E26F7B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68076-E602-F16A-1D90-364D7F2BE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Abadi ExtraLight" panose="020B0204020104020204" pitchFamily="34" charset="0"/>
              </a:rPr>
              <a:t>Medical Device Failure &amp; Healthcare Financial Risk BI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E9A5B-E29D-E01B-C80C-A9435C014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Abadi ExtraLight" panose="020B0204020104020204" pitchFamily="34" charset="0"/>
              </a:rPr>
              <a:t>Executive summary of device failures, downtime, maintenance cost, replacement review, and financial impact</a:t>
            </a:r>
          </a:p>
        </p:txBody>
      </p:sp>
    </p:spTree>
    <p:extLst>
      <p:ext uri="{BB962C8B-B14F-4D97-AF65-F5344CB8AC3E}">
        <p14:creationId xmlns:p14="http://schemas.microsoft.com/office/powerpoint/2010/main" val="224202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4B076-8DF5-8F59-47A3-AF8D4827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Abadi ExtraLight" panose="020B020402010402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24AA-83FF-D8AC-766E-0DC30E3F2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badi ExtraLight" panose="020B0204020104020204" pitchFamily="34" charset="0"/>
              </a:rPr>
              <a:t>Hospitals rely on medical devices, maintenance schedules, staffing, equipment, and supplies to support care delivery. Device failures, downtime, and high maintenance costs can create operational disruption and financial risk.</a:t>
            </a:r>
          </a:p>
          <a:p>
            <a:endParaRPr lang="en-US" sz="2000" dirty="0">
              <a:latin typeface="Abadi ExtraLight" panose="020B0204020104020204" pitchFamily="34" charset="0"/>
            </a:endParaRPr>
          </a:p>
          <a:p>
            <a:r>
              <a:rPr lang="en-US" sz="2000" dirty="0">
                <a:latin typeface="Abadi ExtraLight" panose="020B0204020104020204" pitchFamily="34" charset="0"/>
              </a:rPr>
              <a:t>This project analyzes device failure patterns, maintenance cost, downtime, replacement review needs, and healthcare expense categories using Python, SQL, Excel, and Power BI.</a:t>
            </a:r>
          </a:p>
        </p:txBody>
      </p:sp>
    </p:spTree>
    <p:extLst>
      <p:ext uri="{BB962C8B-B14F-4D97-AF65-F5344CB8AC3E}">
        <p14:creationId xmlns:p14="http://schemas.microsoft.com/office/powerpoint/2010/main" val="267555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FB0CA-569D-EA60-9FF4-AB193359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Abadi ExtraLight" panose="020B0204020104020204" pitchFamily="34" charset="0"/>
              </a:rPr>
              <a:t>Data &amp; Tools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2027AA-CE35-732E-A10A-9305D3ED1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229940"/>
              </p:ext>
            </p:extLst>
          </p:nvPr>
        </p:nvGraphicFramePr>
        <p:xfrm>
          <a:off x="795581" y="2112579"/>
          <a:ext cx="10624779" cy="4192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7442">
                  <a:extLst>
                    <a:ext uri="{9D8B030D-6E8A-4147-A177-3AD203B41FA5}">
                      <a16:colId xmlns:a16="http://schemas.microsoft.com/office/drawing/2014/main" val="3691912628"/>
                    </a:ext>
                  </a:extLst>
                </a:gridCol>
                <a:gridCol w="6627337">
                  <a:extLst>
                    <a:ext uri="{9D8B030D-6E8A-4147-A177-3AD203B41FA5}">
                      <a16:colId xmlns:a16="http://schemas.microsoft.com/office/drawing/2014/main" val="4016391753"/>
                    </a:ext>
                  </a:extLst>
                </a:gridCol>
              </a:tblGrid>
              <a:tr h="59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Abadi ExtraLight" panose="020B0204020104020204" pitchFamily="34" charset="0"/>
                        </a:rPr>
                        <a:t>Area</a:t>
                      </a:r>
                    </a:p>
                  </a:txBody>
                  <a:tcPr marL="135252" marR="135252" marT="67626" marB="67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Abadi ExtraLight" panose="020B0204020104020204" pitchFamily="34" charset="0"/>
                        </a:rPr>
                        <a:t>Details</a:t>
                      </a:r>
                    </a:p>
                  </a:txBody>
                  <a:tcPr marL="135252" marR="135252" marT="67626" marB="67626" anchor="ctr"/>
                </a:tc>
                <a:extLst>
                  <a:ext uri="{0D108BD9-81ED-4DB2-BD59-A6C34878D82A}">
                    <a16:rowId xmlns:a16="http://schemas.microsoft.com/office/drawing/2014/main" val="1171453367"/>
                  </a:ext>
                </a:extLst>
              </a:tr>
              <a:tr h="59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Abadi ExtraLight" panose="020B0204020104020204" pitchFamily="34" charset="0"/>
                        </a:rPr>
                        <a:t>Primary Dataset</a:t>
                      </a:r>
                    </a:p>
                  </a:txBody>
                  <a:tcPr marL="135252" marR="135252" marT="67626" marB="67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Abadi ExtraLight" panose="020B0204020104020204" pitchFamily="34" charset="0"/>
                        </a:rPr>
                        <a:t>Medical device failure dataset</a:t>
                      </a:r>
                    </a:p>
                  </a:txBody>
                  <a:tcPr marL="135252" marR="135252" marT="67626" marB="67626" anchor="ctr"/>
                </a:tc>
                <a:extLst>
                  <a:ext uri="{0D108BD9-81ED-4DB2-BD59-A6C34878D82A}">
                    <a16:rowId xmlns:a16="http://schemas.microsoft.com/office/drawing/2014/main" val="1689633643"/>
                  </a:ext>
                </a:extLst>
              </a:tr>
              <a:tr h="59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Abadi ExtraLight" panose="020B0204020104020204" pitchFamily="34" charset="0"/>
                        </a:rPr>
                        <a:t>Financial Dataset</a:t>
                      </a:r>
                    </a:p>
                  </a:txBody>
                  <a:tcPr marL="135252" marR="135252" marT="67626" marB="67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Abadi ExtraLight" panose="020B0204020104020204" pitchFamily="34" charset="0"/>
                        </a:rPr>
                        <a:t>Healthcare financial expense dataset</a:t>
                      </a:r>
                    </a:p>
                  </a:txBody>
                  <a:tcPr marL="135252" marR="135252" marT="67626" marB="67626" anchor="ctr"/>
                </a:tc>
                <a:extLst>
                  <a:ext uri="{0D108BD9-81ED-4DB2-BD59-A6C34878D82A}">
                    <a16:rowId xmlns:a16="http://schemas.microsoft.com/office/drawing/2014/main" val="2208318925"/>
                  </a:ext>
                </a:extLst>
              </a:tr>
              <a:tr h="1000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Abadi ExtraLight" panose="020B0204020104020204" pitchFamily="34" charset="0"/>
                        </a:rPr>
                        <a:t>Tools</a:t>
                      </a:r>
                    </a:p>
                  </a:txBody>
                  <a:tcPr marL="135252" marR="135252" marT="67626" marB="67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Abadi ExtraLight" panose="020B0204020104020204" pitchFamily="34" charset="0"/>
                        </a:rPr>
                        <a:t>Python, SQL, Excel, Power BI, PowerPoint</a:t>
                      </a:r>
                    </a:p>
                  </a:txBody>
                  <a:tcPr marL="135252" marR="135252" marT="67626" marB="67626" anchor="ctr"/>
                </a:tc>
                <a:extLst>
                  <a:ext uri="{0D108BD9-81ED-4DB2-BD59-A6C34878D82A}">
                    <a16:rowId xmlns:a16="http://schemas.microsoft.com/office/drawing/2014/main" val="4038972486"/>
                  </a:ext>
                </a:extLst>
              </a:tr>
              <a:tr h="1406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Abadi ExtraLight" panose="020B0204020104020204" pitchFamily="34" charset="0"/>
                        </a:rPr>
                        <a:t>Final Dashboard Pages</a:t>
                      </a:r>
                    </a:p>
                  </a:txBody>
                  <a:tcPr marL="135252" marR="135252" marT="67626" marB="67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Abadi ExtraLight" panose="020B0204020104020204" pitchFamily="34" charset="0"/>
                        </a:rPr>
                        <a:t>Executive Overview, Device Risk Analysis, Financial Impact Analysis, Data Quality &amp; Validation</a:t>
                      </a:r>
                    </a:p>
                  </a:txBody>
                  <a:tcPr marL="135252" marR="135252" marT="67626" marB="67626" anchor="ctr"/>
                </a:tc>
                <a:extLst>
                  <a:ext uri="{0D108BD9-81ED-4DB2-BD59-A6C34878D82A}">
                    <a16:rowId xmlns:a16="http://schemas.microsoft.com/office/drawing/2014/main" val="2425061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01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3269-D626-1E17-8CC4-77B400668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49" y="133762"/>
            <a:ext cx="2011680" cy="1671951"/>
          </a:xfrm>
          <a:solidFill>
            <a:schemeClr val="tx2"/>
          </a:solidFill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Abadi ExtraLight" panose="020B0204020104020204" pitchFamily="34" charset="0"/>
              </a:rPr>
              <a:t>Executive KPI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0494-88EE-B6F1-2158-F1E05873B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02" y="133762"/>
            <a:ext cx="9654363" cy="645842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505C88-EA75-EE26-74CE-EFDDA66E09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239354"/>
              </p:ext>
            </p:extLst>
          </p:nvPr>
        </p:nvGraphicFramePr>
        <p:xfrm>
          <a:off x="-590600" y="1963863"/>
          <a:ext cx="2992873" cy="4760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6122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BD077-17C1-E413-2748-2DD3571E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4327"/>
            <a:ext cx="4025179" cy="1762715"/>
          </a:xfrm>
          <a:solidFill>
            <a:schemeClr val="tx2"/>
          </a:solidFill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badi ExtraLight" panose="020B0204020104020204" pitchFamily="34" charset="0"/>
              </a:rPr>
              <a:t>Device Risk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E15F-F8A2-4F8F-571E-FCF7944E9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34" y="2220348"/>
            <a:ext cx="4362393" cy="3994473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Abadi ExtraLight" panose="020B0204020104020204" pitchFamily="34" charset="0"/>
              </a:rPr>
              <a:t>Defibrillators, Infusion Pumps, and X-Ray Machines had the highest total failure events.</a:t>
            </a:r>
          </a:p>
          <a:p>
            <a:endParaRPr lang="en-US" sz="2000" dirty="0">
              <a:latin typeface="Abadi ExtraLight" panose="020B0204020104020204" pitchFamily="34" charset="0"/>
            </a:endParaRPr>
          </a:p>
          <a:p>
            <a:r>
              <a:rPr lang="en-US" sz="2000" dirty="0">
                <a:latin typeface="Abadi ExtraLight" panose="020B0204020104020204" pitchFamily="34" charset="0"/>
              </a:rPr>
              <a:t>Devices marked for replacement review showed higher downtime and represented a priority group for operational and financial review.</a:t>
            </a:r>
          </a:p>
          <a:p>
            <a:endParaRPr lang="en-US" sz="2000" dirty="0">
              <a:latin typeface="Abadi ExtraLight" panose="020B0204020104020204" pitchFamily="34" charset="0"/>
            </a:endParaRPr>
          </a:p>
          <a:p>
            <a:r>
              <a:rPr lang="en-US" sz="2000" dirty="0">
                <a:latin typeface="Abadi ExtraLight" panose="020B0204020104020204" pitchFamily="34" charset="0"/>
              </a:rPr>
              <a:t>High-risk devices accounted for 357 records, while 1,054 devices were flagged for replacement review.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E0581-EB16-FF10-50C0-88D4C3587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303" y="457633"/>
            <a:ext cx="7159773" cy="512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3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9FD00-3C53-5576-4B8F-9AFCA855F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9015"/>
            <a:ext cx="3211033" cy="1642970"/>
          </a:xfrm>
          <a:solidFill>
            <a:schemeClr val="tx2"/>
          </a:solidFill>
        </p:spPr>
        <p:txBody>
          <a:bodyPr anchor="b"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Abadi ExtraLight" panose="020B0204020104020204" pitchFamily="34" charset="0"/>
              </a:rPr>
              <a:t>Financial</a:t>
            </a:r>
            <a:r>
              <a:rPr lang="en-US" sz="4000" dirty="0">
                <a:latin typeface="Abadi ExtraLight" panose="020B0204020104020204" pitchFamily="34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badi ExtraLight" panose="020B0204020104020204" pitchFamily="34" charset="0"/>
              </a:rPr>
              <a:t>Impact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9BD3-84AF-8AC8-BF25-D4B18B1AB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47010"/>
            <a:ext cx="2833061" cy="3535083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2000" dirty="0">
                <a:latin typeface="Abadi ExtraLight" panose="020B0204020104020204" pitchFamily="34" charset="0"/>
              </a:rPr>
              <a:t>Total financial expenses were $12.4M across 500 expense records.</a:t>
            </a:r>
          </a:p>
          <a:p>
            <a:endParaRPr lang="en-US" sz="2000" dirty="0">
              <a:latin typeface="Abadi ExtraLight" panose="020B0204020104020204" pitchFamily="34" charset="0"/>
            </a:endParaRPr>
          </a:p>
          <a:p>
            <a:r>
              <a:rPr lang="en-US" sz="2000" dirty="0">
                <a:latin typeface="Abadi ExtraLight" panose="020B0204020104020204" pitchFamily="34" charset="0"/>
              </a:rPr>
              <a:t>Staffing was the highest expense category, followed by supplies and equipment.</a:t>
            </a:r>
          </a:p>
          <a:p>
            <a:endParaRPr lang="en-US" sz="2000" dirty="0">
              <a:latin typeface="Abadi ExtraLight" panose="020B0204020104020204" pitchFamily="34" charset="0"/>
            </a:endParaRPr>
          </a:p>
          <a:p>
            <a:r>
              <a:rPr lang="en-US" sz="2000" dirty="0">
                <a:latin typeface="Abadi ExtraLight" panose="020B0204020104020204" pitchFamily="34" charset="0"/>
              </a:rPr>
              <a:t>Device maintenance cost represented an additional $36.1M operational cost burden, with </a:t>
            </a:r>
            <a:r>
              <a:rPr lang="en-US" sz="2000" dirty="0" err="1">
                <a:latin typeface="Abadi ExtraLight" panose="020B0204020104020204" pitchFamily="34" charset="0"/>
              </a:rPr>
              <a:t>ScanPro</a:t>
            </a:r>
            <a:r>
              <a:rPr lang="en-US" sz="2000" dirty="0">
                <a:latin typeface="Abadi ExtraLight" panose="020B0204020104020204" pitchFamily="34" charset="0"/>
              </a:rPr>
              <a:t> showing the highest maintenance cost by manufacturer.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4C8D9-2AB6-4E9C-B13F-DFD79DAEF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461" y="765544"/>
            <a:ext cx="8123334" cy="572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9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59CC2-19BB-9736-1E17-1E4A9E10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426" y="360800"/>
            <a:ext cx="2808282" cy="1642970"/>
          </a:xfrm>
          <a:solidFill>
            <a:schemeClr val="tx2"/>
          </a:solidFill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badi ExtraLight" panose="020B0204020104020204" pitchFamily="34" charset="0"/>
              </a:rPr>
              <a:t>Data Quality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D7F4-7B68-39E7-215F-BD8B3D5BC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37" y="2530465"/>
            <a:ext cx="3171379" cy="3657684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1900" dirty="0">
                <a:latin typeface="Abadi ExtraLight" panose="020B0204020104020204" pitchFamily="34" charset="0"/>
              </a:rPr>
              <a:t>The cleaned datasets passed major validation checks.</a:t>
            </a:r>
          </a:p>
          <a:p>
            <a:endParaRPr lang="en-US" sz="1900" dirty="0">
              <a:latin typeface="Abadi ExtraLight" panose="020B0204020104020204" pitchFamily="34" charset="0"/>
            </a:endParaRPr>
          </a:p>
          <a:p>
            <a:r>
              <a:rPr lang="en-US" sz="1900" dirty="0">
                <a:latin typeface="Abadi ExtraLight" panose="020B0204020104020204" pitchFamily="34" charset="0"/>
              </a:rPr>
              <a:t>Validation confirmed preserved row counts, no missing key fields, no duplicate records, corrected negative maintenance costs, corrected financial categories, and validated risk/replacement fields.</a:t>
            </a:r>
          </a:p>
          <a:p>
            <a:endParaRPr lang="en-US" sz="1900" dirty="0">
              <a:latin typeface="Abadi ExtraLight" panose="020B0204020104020204" pitchFamily="34" charset="0"/>
            </a:endParaRPr>
          </a:p>
          <a:p>
            <a:r>
              <a:rPr lang="en-US" sz="1900" dirty="0">
                <a:latin typeface="Abadi ExtraLight" panose="020B0204020104020204" pitchFamily="34" charset="0"/>
              </a:rPr>
              <a:t>All major validation checks returned Pass status.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659F9-FFB8-EB3C-EA38-3E93D6183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596" y="606923"/>
            <a:ext cx="8524258" cy="579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8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0D39F-07EE-8D8F-B27D-1077F4EA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Abadi ExtraLight" panose="020B0204020104020204" pitchFamily="34" charset="0"/>
              </a:rPr>
              <a:t>Recommendations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BC7B59-81D2-2EC2-1171-FFA49F7E7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0518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502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413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Abadi ExtraLight</vt:lpstr>
      <vt:lpstr>Aptos</vt:lpstr>
      <vt:lpstr>Aptos Display</vt:lpstr>
      <vt:lpstr>Arial</vt:lpstr>
      <vt:lpstr>Office Theme</vt:lpstr>
      <vt:lpstr>Medical Device Failure &amp; Healthcare Financial Risk BI Project</vt:lpstr>
      <vt:lpstr>Business Problem</vt:lpstr>
      <vt:lpstr>Data &amp; Tools </vt:lpstr>
      <vt:lpstr>Executive KPI Summary</vt:lpstr>
      <vt:lpstr>Device Risk Findings</vt:lpstr>
      <vt:lpstr>Financial Impact Findings</vt:lpstr>
      <vt:lpstr>Data Quality &amp; Validation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Nutter</dc:creator>
  <cp:lastModifiedBy>Lisa Nutter</cp:lastModifiedBy>
  <cp:revision>1</cp:revision>
  <dcterms:created xsi:type="dcterms:W3CDTF">2026-06-13T21:16:25Z</dcterms:created>
  <dcterms:modified xsi:type="dcterms:W3CDTF">2026-06-13T21:42:04Z</dcterms:modified>
</cp:coreProperties>
</file>